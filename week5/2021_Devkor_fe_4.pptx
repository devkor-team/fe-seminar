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  <p:sldId id="269" r:id="rId15"/>
    <p:sldId id="270" r:id="rId16"/>
    <p:sldId id="271" r:id="rId17"/>
    <p:sldId id="273" r:id="rId18"/>
    <p:sldId id="274" r:id="rId19"/>
    <p:sldId id="275" r:id="rId20"/>
    <p:sldId id="272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윤준혁[ 학부재학 / 사이버국방학과 ]" initials="윤학/사]" lastIdx="1" clrIdx="0">
    <p:extLst>
      <p:ext uri="{19B8F6BF-5375-455C-9EA6-DF929625EA0E}">
        <p15:presenceInfo xmlns:p15="http://schemas.microsoft.com/office/powerpoint/2012/main" userId="S::junhyeog@korea.edu::84268cf6-f4b6-49a4-8893-8210ed76d82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1C67E6E-C798-460D-B831-1964B398830A}" v="95" dt="2021-05-06T08:00:39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12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윤준혁[ 학부재학 / 사이버국방학과 ]" userId="84268cf6-f4b6-49a4-8893-8210ed76d829" providerId="ADAL" clId="{F1C67E6E-C798-460D-B831-1964B398830A}"/>
    <pc:docChg chg="undo redo custSel addSld delSld modSld modMainMaster">
      <pc:chgData name="윤준혁[ 학부재학 / 사이버국방학과 ]" userId="84268cf6-f4b6-49a4-8893-8210ed76d829" providerId="ADAL" clId="{F1C67E6E-C798-460D-B831-1964B398830A}" dt="2021-05-06T08:00:39.729" v="913"/>
      <pc:docMkLst>
        <pc:docMk/>
      </pc:docMkLst>
      <pc:sldChg chg="modSp mod">
        <pc:chgData name="윤준혁[ 학부재학 / 사이버국방학과 ]" userId="84268cf6-f4b6-49a4-8893-8210ed76d829" providerId="ADAL" clId="{F1C67E6E-C798-460D-B831-1964B398830A}" dt="2021-05-06T05:07:13.424" v="239"/>
        <pc:sldMkLst>
          <pc:docMk/>
          <pc:sldMk cId="3486079267" sldId="256"/>
        </pc:sldMkLst>
        <pc:spChg chg="mod">
          <ac:chgData name="윤준혁[ 학부재학 / 사이버국방학과 ]" userId="84268cf6-f4b6-49a4-8893-8210ed76d829" providerId="ADAL" clId="{F1C67E6E-C798-460D-B831-1964B398830A}" dt="2021-05-06T05:07:13.424" v="239"/>
          <ac:spMkLst>
            <pc:docMk/>
            <pc:sldMk cId="3486079267" sldId="256"/>
            <ac:spMk id="3" creationId="{9A2E16B5-2292-47B7-9CCE-F915DD9888D5}"/>
          </ac:spMkLst>
        </pc:spChg>
      </pc:sldChg>
      <pc:sldChg chg="addSp delSp modSp mod">
        <pc:chgData name="윤준혁[ 학부재학 / 사이버국방학과 ]" userId="84268cf6-f4b6-49a4-8893-8210ed76d829" providerId="ADAL" clId="{F1C67E6E-C798-460D-B831-1964B398830A}" dt="2021-05-06T04:12:12.093" v="175" actId="20577"/>
        <pc:sldMkLst>
          <pc:docMk/>
          <pc:sldMk cId="3483933616" sldId="257"/>
        </pc:sldMkLst>
        <pc:spChg chg="del">
          <ac:chgData name="윤준혁[ 학부재학 / 사이버국방학과 ]" userId="84268cf6-f4b6-49a4-8893-8210ed76d829" providerId="ADAL" clId="{F1C67E6E-C798-460D-B831-1964B398830A}" dt="2021-05-06T03:47:27.163" v="47" actId="478"/>
          <ac:spMkLst>
            <pc:docMk/>
            <pc:sldMk cId="3483933616" sldId="257"/>
            <ac:spMk id="2" creationId="{297DE8D6-EEFB-4576-94EB-D9FE747DB3D1}"/>
          </ac:spMkLst>
        </pc:spChg>
        <pc:spChg chg="mod">
          <ac:chgData name="윤준혁[ 학부재학 / 사이버국방학과 ]" userId="84268cf6-f4b6-49a4-8893-8210ed76d829" providerId="ADAL" clId="{F1C67E6E-C798-460D-B831-1964B398830A}" dt="2021-05-06T03:49:03.009" v="94" actId="1076"/>
          <ac:spMkLst>
            <pc:docMk/>
            <pc:sldMk cId="3483933616" sldId="257"/>
            <ac:spMk id="3" creationId="{1140BF22-88CC-4EBE-8EFF-DE1D59D0AFF3}"/>
          </ac:spMkLst>
        </pc:spChg>
        <pc:spChg chg="add mod">
          <ac:chgData name="윤준혁[ 학부재학 / 사이버국방학과 ]" userId="84268cf6-f4b6-49a4-8893-8210ed76d829" providerId="ADAL" clId="{F1C67E6E-C798-460D-B831-1964B398830A}" dt="2021-05-06T03:49:03.009" v="94" actId="1076"/>
          <ac:spMkLst>
            <pc:docMk/>
            <pc:sldMk cId="3483933616" sldId="257"/>
            <ac:spMk id="4" creationId="{77C51CDC-F398-4BAE-919B-3404D26A7101}"/>
          </ac:spMkLst>
        </pc:spChg>
        <pc:spChg chg="add del mod">
          <ac:chgData name="윤준혁[ 학부재학 / 사이버국방학과 ]" userId="84268cf6-f4b6-49a4-8893-8210ed76d829" providerId="ADAL" clId="{F1C67E6E-C798-460D-B831-1964B398830A}" dt="2021-05-06T03:47:12.738" v="33"/>
          <ac:spMkLst>
            <pc:docMk/>
            <pc:sldMk cId="3483933616" sldId="257"/>
            <ac:spMk id="5" creationId="{213CD6AF-2129-4FB2-B44D-8E70E7E0C9E9}"/>
          </ac:spMkLst>
        </pc:spChg>
        <pc:spChg chg="add mod">
          <ac:chgData name="윤준혁[ 학부재학 / 사이버국방학과 ]" userId="84268cf6-f4b6-49a4-8893-8210ed76d829" providerId="ADAL" clId="{F1C67E6E-C798-460D-B831-1964B398830A}" dt="2021-05-06T03:49:03.009" v="94" actId="1076"/>
          <ac:spMkLst>
            <pc:docMk/>
            <pc:sldMk cId="3483933616" sldId="257"/>
            <ac:spMk id="6" creationId="{6A8DF305-CE3F-4C75-8430-01FAA936A066}"/>
          </ac:spMkLst>
        </pc:spChg>
        <pc:spChg chg="add mod">
          <ac:chgData name="윤준혁[ 학부재학 / 사이버국방학과 ]" userId="84268cf6-f4b6-49a4-8893-8210ed76d829" providerId="ADAL" clId="{F1C67E6E-C798-460D-B831-1964B398830A}" dt="2021-05-06T04:12:12.093" v="175" actId="20577"/>
          <ac:spMkLst>
            <pc:docMk/>
            <pc:sldMk cId="3483933616" sldId="257"/>
            <ac:spMk id="7" creationId="{0226F46E-924B-45AF-A3C6-85355642ED91}"/>
          </ac:spMkLst>
        </pc:spChg>
        <pc:spChg chg="add mod">
          <ac:chgData name="윤준혁[ 학부재학 / 사이버국방학과 ]" userId="84268cf6-f4b6-49a4-8893-8210ed76d829" providerId="ADAL" clId="{F1C67E6E-C798-460D-B831-1964B398830A}" dt="2021-05-06T03:49:03.009" v="94" actId="1076"/>
          <ac:spMkLst>
            <pc:docMk/>
            <pc:sldMk cId="3483933616" sldId="257"/>
            <ac:spMk id="8" creationId="{B85E017A-67B2-4281-9BAC-072960ACCC9E}"/>
          </ac:spMkLst>
        </pc:spChg>
        <pc:spChg chg="add del mod">
          <ac:chgData name="윤준혁[ 학부재학 / 사이버국방학과 ]" userId="84268cf6-f4b6-49a4-8893-8210ed76d829" providerId="ADAL" clId="{F1C67E6E-C798-460D-B831-1964B398830A}" dt="2021-05-06T03:47:37.658" v="52"/>
          <ac:spMkLst>
            <pc:docMk/>
            <pc:sldMk cId="3483933616" sldId="257"/>
            <ac:spMk id="9" creationId="{E5A382F4-4373-42F7-83C6-1AE0D5E0068A}"/>
          </ac:spMkLst>
        </pc:spChg>
      </pc:sldChg>
      <pc:sldChg chg="new del">
        <pc:chgData name="윤준혁[ 학부재학 / 사이버국방학과 ]" userId="84268cf6-f4b6-49a4-8893-8210ed76d829" providerId="ADAL" clId="{F1C67E6E-C798-460D-B831-1964B398830A}" dt="2021-05-06T03:49:24.029" v="98" actId="680"/>
        <pc:sldMkLst>
          <pc:docMk/>
          <pc:sldMk cId="1451520734" sldId="258"/>
        </pc:sldMkLst>
      </pc:sldChg>
      <pc:sldChg chg="addSp delSp modSp new mod addCm delCm">
        <pc:chgData name="윤준혁[ 학부재학 / 사이버국방학과 ]" userId="84268cf6-f4b6-49a4-8893-8210ed76d829" providerId="ADAL" clId="{F1C67E6E-C798-460D-B831-1964B398830A}" dt="2021-05-06T04:00:11.561" v="144" actId="1592"/>
        <pc:sldMkLst>
          <pc:docMk/>
          <pc:sldMk cId="1971235637" sldId="258"/>
        </pc:sldMkLst>
        <pc:spChg chg="del">
          <ac:chgData name="윤준혁[ 학부재학 / 사이버국방학과 ]" userId="84268cf6-f4b6-49a4-8893-8210ed76d829" providerId="ADAL" clId="{F1C67E6E-C798-460D-B831-1964B398830A}" dt="2021-05-06T03:54:37.631" v="107" actId="478"/>
          <ac:spMkLst>
            <pc:docMk/>
            <pc:sldMk cId="1971235637" sldId="258"/>
            <ac:spMk id="2" creationId="{F80F9E62-1A08-4F8C-9405-75A913DAA038}"/>
          </ac:spMkLst>
        </pc:spChg>
        <pc:spChg chg="del">
          <ac:chgData name="윤준혁[ 학부재학 / 사이버국방학과 ]" userId="84268cf6-f4b6-49a4-8893-8210ed76d829" providerId="ADAL" clId="{F1C67E6E-C798-460D-B831-1964B398830A}" dt="2021-05-06T03:54:37.631" v="107" actId="478"/>
          <ac:spMkLst>
            <pc:docMk/>
            <pc:sldMk cId="1971235637" sldId="258"/>
            <ac:spMk id="3" creationId="{D743EE42-738C-4261-B732-350A3450FD87}"/>
          </ac:spMkLst>
        </pc:spChg>
        <pc:spChg chg="add mod">
          <ac:chgData name="윤준혁[ 학부재학 / 사이버국방학과 ]" userId="84268cf6-f4b6-49a4-8893-8210ed76d829" providerId="ADAL" clId="{F1C67E6E-C798-460D-B831-1964B398830A}" dt="2021-05-06T04:00:05.661" v="143" actId="1076"/>
          <ac:spMkLst>
            <pc:docMk/>
            <pc:sldMk cId="1971235637" sldId="258"/>
            <ac:spMk id="4" creationId="{15F697F6-C410-43C6-9063-9C81A27C1D6B}"/>
          </ac:spMkLst>
        </pc:spChg>
        <pc:picChg chg="add mod">
          <ac:chgData name="윤준혁[ 학부재학 / 사이버국방학과 ]" userId="84268cf6-f4b6-49a4-8893-8210ed76d829" providerId="ADAL" clId="{F1C67E6E-C798-460D-B831-1964B398830A}" dt="2021-05-06T03:56:01.301" v="133" actId="1076"/>
          <ac:picMkLst>
            <pc:docMk/>
            <pc:sldMk cId="1971235637" sldId="258"/>
            <ac:picMk id="5" creationId="{AF26A442-D5C9-417C-8671-C91D88A1956D}"/>
          </ac:picMkLst>
        </pc:picChg>
        <pc:picChg chg="add mod">
          <ac:chgData name="윤준혁[ 학부재학 / 사이버국방학과 ]" userId="84268cf6-f4b6-49a4-8893-8210ed76d829" providerId="ADAL" clId="{F1C67E6E-C798-460D-B831-1964B398830A}" dt="2021-05-06T03:56:03.938" v="134" actId="1076"/>
          <ac:picMkLst>
            <pc:docMk/>
            <pc:sldMk cId="1971235637" sldId="258"/>
            <ac:picMk id="2050" creationId="{1F53529D-5E63-474F-B4ED-D8E067CC4310}"/>
          </ac:picMkLst>
        </pc:picChg>
      </pc:sldChg>
      <pc:sldChg chg="add del">
        <pc:chgData name="윤준혁[ 학부재학 / 사이버국방학과 ]" userId="84268cf6-f4b6-49a4-8893-8210ed76d829" providerId="ADAL" clId="{F1C67E6E-C798-460D-B831-1964B398830A}" dt="2021-05-06T03:49:20.673" v="96"/>
        <pc:sldMkLst>
          <pc:docMk/>
          <pc:sldMk cId="3338552735" sldId="258"/>
        </pc:sldMkLst>
      </pc:sldChg>
      <pc:sldChg chg="addSp delSp modSp new mod">
        <pc:chgData name="윤준혁[ 학부재학 / 사이버국방학과 ]" userId="84268cf6-f4b6-49a4-8893-8210ed76d829" providerId="ADAL" clId="{F1C67E6E-C798-460D-B831-1964B398830A}" dt="2021-05-06T05:17:50.961" v="382" actId="1076"/>
        <pc:sldMkLst>
          <pc:docMk/>
          <pc:sldMk cId="1084728595" sldId="259"/>
        </pc:sldMkLst>
        <pc:spChg chg="del">
          <ac:chgData name="윤준혁[ 학부재학 / 사이버국방학과 ]" userId="84268cf6-f4b6-49a4-8893-8210ed76d829" providerId="ADAL" clId="{F1C67E6E-C798-460D-B831-1964B398830A}" dt="2021-05-06T04:02:03.382" v="146" actId="478"/>
          <ac:spMkLst>
            <pc:docMk/>
            <pc:sldMk cId="1084728595" sldId="259"/>
            <ac:spMk id="2" creationId="{5B74E93B-A1EA-4DDD-B3C0-BB24E3AA00F8}"/>
          </ac:spMkLst>
        </pc:spChg>
        <pc:spChg chg="del">
          <ac:chgData name="윤준혁[ 학부재학 / 사이버국방학과 ]" userId="84268cf6-f4b6-49a4-8893-8210ed76d829" providerId="ADAL" clId="{F1C67E6E-C798-460D-B831-1964B398830A}" dt="2021-05-06T04:02:03.382" v="146" actId="478"/>
          <ac:spMkLst>
            <pc:docMk/>
            <pc:sldMk cId="1084728595" sldId="259"/>
            <ac:spMk id="3" creationId="{2C5E6CAE-D851-47CE-A8BE-2A92AB5D1C4C}"/>
          </ac:spMkLst>
        </pc:spChg>
        <pc:spChg chg="add mod">
          <ac:chgData name="윤준혁[ 학부재학 / 사이버국방학과 ]" userId="84268cf6-f4b6-49a4-8893-8210ed76d829" providerId="ADAL" clId="{F1C67E6E-C798-460D-B831-1964B398830A}" dt="2021-05-06T05:17:50.961" v="382" actId="1076"/>
          <ac:spMkLst>
            <pc:docMk/>
            <pc:sldMk cId="1084728595" sldId="259"/>
            <ac:spMk id="4" creationId="{D3198D5F-BDFB-45BD-8C82-E42E5F265A96}"/>
          </ac:spMkLst>
        </pc:spChg>
        <pc:picChg chg="add mod">
          <ac:chgData name="윤준혁[ 학부재학 / 사이버국방학과 ]" userId="84268cf6-f4b6-49a4-8893-8210ed76d829" providerId="ADAL" clId="{F1C67E6E-C798-460D-B831-1964B398830A}" dt="2021-05-06T05:17:45.378" v="381" actId="1076"/>
          <ac:picMkLst>
            <pc:docMk/>
            <pc:sldMk cId="1084728595" sldId="259"/>
            <ac:picMk id="6" creationId="{37930D46-4C21-4696-8638-81DC47B838E2}"/>
          </ac:picMkLst>
        </pc:picChg>
        <pc:picChg chg="add del mod">
          <ac:chgData name="윤준혁[ 학부재학 / 사이버국방학과 ]" userId="84268cf6-f4b6-49a4-8893-8210ed76d829" providerId="ADAL" clId="{F1C67E6E-C798-460D-B831-1964B398830A}" dt="2021-05-06T04:21:53.103" v="198" actId="478"/>
          <ac:picMkLst>
            <pc:docMk/>
            <pc:sldMk cId="1084728595" sldId="259"/>
            <ac:picMk id="8" creationId="{FF946BDF-7719-4758-98ED-B070288F156E}"/>
          </ac:picMkLst>
        </pc:picChg>
        <pc:picChg chg="add del mod">
          <ac:chgData name="윤준혁[ 학부재학 / 사이버국방학과 ]" userId="84268cf6-f4b6-49a4-8893-8210ed76d829" providerId="ADAL" clId="{F1C67E6E-C798-460D-B831-1964B398830A}" dt="2021-05-06T04:21:53.890" v="199" actId="478"/>
          <ac:picMkLst>
            <pc:docMk/>
            <pc:sldMk cId="1084728595" sldId="259"/>
            <ac:picMk id="10" creationId="{884F125D-5A8D-4CE1-8506-2C0B5D109030}"/>
          </ac:picMkLst>
        </pc:picChg>
        <pc:picChg chg="add del">
          <ac:chgData name="윤준혁[ 학부재학 / 사이버국방학과 ]" userId="84268cf6-f4b6-49a4-8893-8210ed76d829" providerId="ADAL" clId="{F1C67E6E-C798-460D-B831-1964B398830A}" dt="2021-05-06T04:22:13.272" v="201" actId="478"/>
          <ac:picMkLst>
            <pc:docMk/>
            <pc:sldMk cId="1084728595" sldId="259"/>
            <ac:picMk id="12" creationId="{05D851EB-5196-4E1B-9BC2-D6BDCA60617B}"/>
          </ac:picMkLst>
        </pc:picChg>
        <pc:picChg chg="add del">
          <ac:chgData name="윤준혁[ 학부재학 / 사이버국방학과 ]" userId="84268cf6-f4b6-49a4-8893-8210ed76d829" providerId="ADAL" clId="{F1C67E6E-C798-460D-B831-1964B398830A}" dt="2021-05-06T04:22:14.643" v="203" actId="478"/>
          <ac:picMkLst>
            <pc:docMk/>
            <pc:sldMk cId="1084728595" sldId="259"/>
            <ac:picMk id="14" creationId="{DE9B3322-4D1A-471B-96AD-7F4572A1C49F}"/>
          </ac:picMkLst>
        </pc:picChg>
        <pc:picChg chg="add del">
          <ac:chgData name="윤준혁[ 학부재학 / 사이버국방학과 ]" userId="84268cf6-f4b6-49a4-8893-8210ed76d829" providerId="ADAL" clId="{F1C67E6E-C798-460D-B831-1964B398830A}" dt="2021-05-06T04:22:15.586" v="205" actId="478"/>
          <ac:picMkLst>
            <pc:docMk/>
            <pc:sldMk cId="1084728595" sldId="259"/>
            <ac:picMk id="16" creationId="{E932C3BE-9A0A-42AB-ADDA-7C300581963E}"/>
          </ac:picMkLst>
        </pc:picChg>
        <pc:picChg chg="add del">
          <ac:chgData name="윤준혁[ 학부재학 / 사이버국방학과 ]" userId="84268cf6-f4b6-49a4-8893-8210ed76d829" providerId="ADAL" clId="{F1C67E6E-C798-460D-B831-1964B398830A}" dt="2021-05-06T04:22:16.473" v="207" actId="478"/>
          <ac:picMkLst>
            <pc:docMk/>
            <pc:sldMk cId="1084728595" sldId="259"/>
            <ac:picMk id="18" creationId="{A2FC6BE8-4A0E-47F9-8646-694398328E1E}"/>
          </ac:picMkLst>
        </pc:picChg>
        <pc:picChg chg="add del mod modCrop">
          <ac:chgData name="윤준혁[ 학부재학 / 사이버국방학과 ]" userId="84268cf6-f4b6-49a4-8893-8210ed76d829" providerId="ADAL" clId="{F1C67E6E-C798-460D-B831-1964B398830A}" dt="2021-05-06T04:26:40.917" v="227" actId="478"/>
          <ac:picMkLst>
            <pc:docMk/>
            <pc:sldMk cId="1084728595" sldId="259"/>
            <ac:picMk id="20" creationId="{83D70D42-1C69-46F8-A0E2-0B986CACDF8E}"/>
          </ac:picMkLst>
        </pc:picChg>
        <pc:picChg chg="add del mod modCrop">
          <ac:chgData name="윤준혁[ 학부재학 / 사이버국방학과 ]" userId="84268cf6-f4b6-49a4-8893-8210ed76d829" providerId="ADAL" clId="{F1C67E6E-C798-460D-B831-1964B398830A}" dt="2021-05-06T04:26:41.230" v="228" actId="478"/>
          <ac:picMkLst>
            <pc:docMk/>
            <pc:sldMk cId="1084728595" sldId="259"/>
            <ac:picMk id="22" creationId="{188B1F9A-7A07-43A6-B608-A0D69D093D99}"/>
          </ac:picMkLst>
        </pc:picChg>
      </pc:sldChg>
      <pc:sldChg chg="delSp modSp add mod">
        <pc:chgData name="윤준혁[ 학부재학 / 사이버국방학과 ]" userId="84268cf6-f4b6-49a4-8893-8210ed76d829" providerId="ADAL" clId="{F1C67E6E-C798-460D-B831-1964B398830A}" dt="2021-05-06T04:27:01.402" v="236" actId="1076"/>
        <pc:sldMkLst>
          <pc:docMk/>
          <pc:sldMk cId="1930328149" sldId="260"/>
        </pc:sldMkLst>
        <pc:spChg chg="del">
          <ac:chgData name="윤준혁[ 학부재학 / 사이버국방학과 ]" userId="84268cf6-f4b6-49a4-8893-8210ed76d829" providerId="ADAL" clId="{F1C67E6E-C798-460D-B831-1964B398830A}" dt="2021-05-06T04:26:49.344" v="231" actId="478"/>
          <ac:spMkLst>
            <pc:docMk/>
            <pc:sldMk cId="1930328149" sldId="260"/>
            <ac:spMk id="4" creationId="{D3198D5F-BDFB-45BD-8C82-E42E5F265A96}"/>
          </ac:spMkLst>
        </pc:spChg>
        <pc:picChg chg="del">
          <ac:chgData name="윤준혁[ 학부재학 / 사이버국방학과 ]" userId="84268cf6-f4b6-49a4-8893-8210ed76d829" providerId="ADAL" clId="{F1C67E6E-C798-460D-B831-1964B398830A}" dt="2021-05-06T04:26:48.660" v="230" actId="478"/>
          <ac:picMkLst>
            <pc:docMk/>
            <pc:sldMk cId="1930328149" sldId="260"/>
            <ac:picMk id="6" creationId="{37930D46-4C21-4696-8638-81DC47B838E2}"/>
          </ac:picMkLst>
        </pc:picChg>
        <pc:picChg chg="mod">
          <ac:chgData name="윤준혁[ 학부재학 / 사이버국방학과 ]" userId="84268cf6-f4b6-49a4-8893-8210ed76d829" providerId="ADAL" clId="{F1C67E6E-C798-460D-B831-1964B398830A}" dt="2021-05-06T04:27:01.402" v="236" actId="1076"/>
          <ac:picMkLst>
            <pc:docMk/>
            <pc:sldMk cId="1930328149" sldId="260"/>
            <ac:picMk id="20" creationId="{83D70D42-1C69-46F8-A0E2-0B986CACDF8E}"/>
          </ac:picMkLst>
        </pc:picChg>
        <pc:picChg chg="mod">
          <ac:chgData name="윤준혁[ 학부재학 / 사이버국방학과 ]" userId="84268cf6-f4b6-49a4-8893-8210ed76d829" providerId="ADAL" clId="{F1C67E6E-C798-460D-B831-1964B398830A}" dt="2021-05-06T04:26:59.391" v="235" actId="1076"/>
          <ac:picMkLst>
            <pc:docMk/>
            <pc:sldMk cId="1930328149" sldId="260"/>
            <ac:picMk id="22" creationId="{188B1F9A-7A07-43A6-B608-A0D69D093D99}"/>
          </ac:picMkLst>
        </pc:picChg>
      </pc:sldChg>
      <pc:sldChg chg="addSp delSp modSp new mod">
        <pc:chgData name="윤준혁[ 학부재학 / 사이버국방학과 ]" userId="84268cf6-f4b6-49a4-8893-8210ed76d829" providerId="ADAL" clId="{F1C67E6E-C798-460D-B831-1964B398830A}" dt="2021-05-06T05:15:27.602" v="380" actId="1035"/>
        <pc:sldMkLst>
          <pc:docMk/>
          <pc:sldMk cId="1315427306" sldId="261"/>
        </pc:sldMkLst>
        <pc:spChg chg="del">
          <ac:chgData name="윤준혁[ 학부재학 / 사이버국방학과 ]" userId="84268cf6-f4b6-49a4-8893-8210ed76d829" providerId="ADAL" clId="{F1C67E6E-C798-460D-B831-1964B398830A}" dt="2021-05-06T05:07:27.101" v="241" actId="478"/>
          <ac:spMkLst>
            <pc:docMk/>
            <pc:sldMk cId="1315427306" sldId="261"/>
            <ac:spMk id="2" creationId="{33A22942-6A0E-4AD1-8F03-F671A9C4D750}"/>
          </ac:spMkLst>
        </pc:spChg>
        <pc:spChg chg="del">
          <ac:chgData name="윤준혁[ 학부재학 / 사이버국방학과 ]" userId="84268cf6-f4b6-49a4-8893-8210ed76d829" providerId="ADAL" clId="{F1C67E6E-C798-460D-B831-1964B398830A}" dt="2021-05-06T05:07:27.101" v="241" actId="478"/>
          <ac:spMkLst>
            <pc:docMk/>
            <pc:sldMk cId="1315427306" sldId="261"/>
            <ac:spMk id="3" creationId="{552B3A7D-C255-40B0-80BB-ED23354C8DB7}"/>
          </ac:spMkLst>
        </pc:spChg>
        <pc:spChg chg="add mod">
          <ac:chgData name="윤준혁[ 학부재학 / 사이버국방학과 ]" userId="84268cf6-f4b6-49a4-8893-8210ed76d829" providerId="ADAL" clId="{F1C67E6E-C798-460D-B831-1964B398830A}" dt="2021-05-06T05:11:32.857" v="363"/>
          <ac:spMkLst>
            <pc:docMk/>
            <pc:sldMk cId="1315427306" sldId="261"/>
            <ac:spMk id="4" creationId="{A6880DA1-7FFB-4C55-8617-71FFDC40AEF3}"/>
          </ac:spMkLst>
        </pc:spChg>
        <pc:picChg chg="add mod">
          <ac:chgData name="윤준혁[ 학부재학 / 사이버국방학과 ]" userId="84268cf6-f4b6-49a4-8893-8210ed76d829" providerId="ADAL" clId="{F1C67E6E-C798-460D-B831-1964B398830A}" dt="2021-05-06T05:11:39.544" v="364" actId="1076"/>
          <ac:picMkLst>
            <pc:docMk/>
            <pc:sldMk cId="1315427306" sldId="261"/>
            <ac:picMk id="6" creationId="{DD0C7E90-70FD-469F-AD90-44C26392546F}"/>
          </ac:picMkLst>
        </pc:picChg>
        <pc:picChg chg="add mod modCrop">
          <ac:chgData name="윤준혁[ 학부재학 / 사이버국방학과 ]" userId="84268cf6-f4b6-49a4-8893-8210ed76d829" providerId="ADAL" clId="{F1C67E6E-C798-460D-B831-1964B398830A}" dt="2021-05-06T05:15:27.602" v="380" actId="1035"/>
          <ac:picMkLst>
            <pc:docMk/>
            <pc:sldMk cId="1315427306" sldId="261"/>
            <ac:picMk id="8" creationId="{7A8B5955-BA00-4835-B95B-DCA9F1187539}"/>
          </ac:picMkLst>
        </pc:picChg>
      </pc:sldChg>
      <pc:sldChg chg="addSp delSp modSp new mod setBg">
        <pc:chgData name="윤준혁[ 학부재학 / 사이버국방학과 ]" userId="84268cf6-f4b6-49a4-8893-8210ed76d829" providerId="ADAL" clId="{F1C67E6E-C798-460D-B831-1964B398830A}" dt="2021-05-06T05:48:15.634" v="440" actId="14100"/>
        <pc:sldMkLst>
          <pc:docMk/>
          <pc:sldMk cId="4212283506" sldId="262"/>
        </pc:sldMkLst>
        <pc:spChg chg="add del">
          <ac:chgData name="윤준혁[ 학부재학 / 사이버국방학과 ]" userId="84268cf6-f4b6-49a4-8893-8210ed76d829" providerId="ADAL" clId="{F1C67E6E-C798-460D-B831-1964B398830A}" dt="2021-05-06T05:20:01.205" v="385"/>
          <ac:spMkLst>
            <pc:docMk/>
            <pc:sldMk cId="4212283506" sldId="262"/>
            <ac:spMk id="2" creationId="{E1E6D52A-26C9-479C-8DDD-C2CD65A03248}"/>
          </ac:spMkLst>
        </pc:spChg>
        <pc:spChg chg="add del mod">
          <ac:chgData name="윤준혁[ 학부재학 / 사이버국방학과 ]" userId="84268cf6-f4b6-49a4-8893-8210ed76d829" providerId="ADAL" clId="{F1C67E6E-C798-460D-B831-1964B398830A}" dt="2021-05-06T05:20:17.607" v="388" actId="478"/>
          <ac:spMkLst>
            <pc:docMk/>
            <pc:sldMk cId="4212283506" sldId="262"/>
            <ac:spMk id="3" creationId="{3EF0F6B2-9AED-435A-94EF-622D3D333234}"/>
          </ac:spMkLst>
        </pc:spChg>
        <pc:spChg chg="add del mod">
          <ac:chgData name="윤준혁[ 학부재학 / 사이버국방학과 ]" userId="84268cf6-f4b6-49a4-8893-8210ed76d829" providerId="ADAL" clId="{F1C67E6E-C798-460D-B831-1964B398830A}" dt="2021-05-06T05:22:37.542" v="398" actId="478"/>
          <ac:spMkLst>
            <pc:docMk/>
            <pc:sldMk cId="4212283506" sldId="262"/>
            <ac:spMk id="8" creationId="{64CB286C-62EC-4D47-BB2A-5FB6312EA099}"/>
          </ac:spMkLst>
        </pc:spChg>
        <pc:spChg chg="add del mod">
          <ac:chgData name="윤준혁[ 학부재학 / 사이버국방학과 ]" userId="84268cf6-f4b6-49a4-8893-8210ed76d829" providerId="ADAL" clId="{F1C67E6E-C798-460D-B831-1964B398830A}" dt="2021-05-06T05:26:08.911" v="413" actId="478"/>
          <ac:spMkLst>
            <pc:docMk/>
            <pc:sldMk cId="4212283506" sldId="262"/>
            <ac:spMk id="11" creationId="{A3C5E5AD-D82B-4C81-A7A9-F02059ACD988}"/>
          </ac:spMkLst>
        </pc:spChg>
        <pc:spChg chg="add mod">
          <ac:chgData name="윤준혁[ 학부재학 / 사이버국방학과 ]" userId="84268cf6-f4b6-49a4-8893-8210ed76d829" providerId="ADAL" clId="{F1C67E6E-C798-460D-B831-1964B398830A}" dt="2021-05-06T05:34:38.623" v="420" actId="1076"/>
          <ac:spMkLst>
            <pc:docMk/>
            <pc:sldMk cId="4212283506" sldId="262"/>
            <ac:spMk id="12" creationId="{83F2CB65-C749-4D0D-B8FE-B9AD6871E598}"/>
          </ac:spMkLst>
        </pc:spChg>
        <pc:picChg chg="add del mod">
          <ac:chgData name="윤준혁[ 학부재학 / 사이버국방학과 ]" userId="84268cf6-f4b6-49a4-8893-8210ed76d829" providerId="ADAL" clId="{F1C67E6E-C798-460D-B831-1964B398830A}" dt="2021-05-06T05:24:36.806" v="406" actId="478"/>
          <ac:picMkLst>
            <pc:docMk/>
            <pc:sldMk cId="4212283506" sldId="262"/>
            <ac:picMk id="5" creationId="{9B110274-60DD-4B21-8C54-3BFF488E96A2}"/>
          </ac:picMkLst>
        </pc:picChg>
        <pc:picChg chg="add del">
          <ac:chgData name="윤준혁[ 학부재학 / 사이버국방학과 ]" userId="84268cf6-f4b6-49a4-8893-8210ed76d829" providerId="ADAL" clId="{F1C67E6E-C798-460D-B831-1964B398830A}" dt="2021-05-06T05:22:30.541" v="396" actId="22"/>
          <ac:picMkLst>
            <pc:docMk/>
            <pc:sldMk cId="4212283506" sldId="262"/>
            <ac:picMk id="7" creationId="{44EAAD69-03BE-4FBA-94F0-2244C6CAE464}"/>
          </ac:picMkLst>
        </pc:picChg>
        <pc:picChg chg="add mod">
          <ac:chgData name="윤준혁[ 학부재학 / 사이버국방학과 ]" userId="84268cf6-f4b6-49a4-8893-8210ed76d829" providerId="ADAL" clId="{F1C67E6E-C798-460D-B831-1964B398830A}" dt="2021-05-06T05:24:41.223" v="410" actId="1076"/>
          <ac:picMkLst>
            <pc:docMk/>
            <pc:sldMk cId="4212283506" sldId="262"/>
            <ac:picMk id="10" creationId="{48A4DDA9-A021-4A0F-8F16-DC2EBB30A6FF}"/>
          </ac:picMkLst>
        </pc:picChg>
        <pc:picChg chg="add mod modCrop">
          <ac:chgData name="윤준혁[ 학부재학 / 사이버국방학과 ]" userId="84268cf6-f4b6-49a4-8893-8210ed76d829" providerId="ADAL" clId="{F1C67E6E-C798-460D-B831-1964B398830A}" dt="2021-05-06T05:48:15.634" v="440" actId="14100"/>
          <ac:picMkLst>
            <pc:docMk/>
            <pc:sldMk cId="4212283506" sldId="262"/>
            <ac:picMk id="14" creationId="{F35715E4-176E-429C-B1CD-6E1B2240981C}"/>
          </ac:picMkLst>
        </pc:picChg>
      </pc:sldChg>
      <pc:sldChg chg="addSp delSp modSp add mod setBg">
        <pc:chgData name="윤준혁[ 학부재학 / 사이버국방학과 ]" userId="84268cf6-f4b6-49a4-8893-8210ed76d829" providerId="ADAL" clId="{F1C67E6E-C798-460D-B831-1964B398830A}" dt="2021-05-06T05:49:05.613" v="449" actId="1076"/>
        <pc:sldMkLst>
          <pc:docMk/>
          <pc:sldMk cId="2248836956" sldId="263"/>
        </pc:sldMkLst>
        <pc:spChg chg="mod">
          <ac:chgData name="윤준혁[ 학부재학 / 사이버국방학과 ]" userId="84268cf6-f4b6-49a4-8893-8210ed76d829" providerId="ADAL" clId="{F1C67E6E-C798-460D-B831-1964B398830A}" dt="2021-05-06T05:48:24.742" v="442" actId="20577"/>
          <ac:spMkLst>
            <pc:docMk/>
            <pc:sldMk cId="2248836956" sldId="263"/>
            <ac:spMk id="12" creationId="{83F2CB65-C749-4D0D-B8FE-B9AD6871E598}"/>
          </ac:spMkLst>
        </pc:spChg>
        <pc:picChg chg="add mod">
          <ac:chgData name="윤준혁[ 학부재학 / 사이버국방학과 ]" userId="84268cf6-f4b6-49a4-8893-8210ed76d829" providerId="ADAL" clId="{F1C67E6E-C798-460D-B831-1964B398830A}" dt="2021-05-06T05:49:05.613" v="449" actId="1076"/>
          <ac:picMkLst>
            <pc:docMk/>
            <pc:sldMk cId="2248836956" sldId="263"/>
            <ac:picMk id="3" creationId="{51FE2430-E965-4EAE-A832-95C533A49FEB}"/>
          </ac:picMkLst>
        </pc:picChg>
        <pc:picChg chg="del">
          <ac:chgData name="윤준혁[ 학부재학 / 사이버국방학과 ]" userId="84268cf6-f4b6-49a4-8893-8210ed76d829" providerId="ADAL" clId="{F1C67E6E-C798-460D-B831-1964B398830A}" dt="2021-05-06T05:48:28.390" v="443" actId="478"/>
          <ac:picMkLst>
            <pc:docMk/>
            <pc:sldMk cId="2248836956" sldId="263"/>
            <ac:picMk id="10" creationId="{48A4DDA9-A021-4A0F-8F16-DC2EBB30A6FF}"/>
          </ac:picMkLst>
        </pc:picChg>
        <pc:picChg chg="del">
          <ac:chgData name="윤준혁[ 학부재학 / 사이버국방학과 ]" userId="84268cf6-f4b6-49a4-8893-8210ed76d829" providerId="ADAL" clId="{F1C67E6E-C798-460D-B831-1964B398830A}" dt="2021-05-06T05:49:00.958" v="447" actId="478"/>
          <ac:picMkLst>
            <pc:docMk/>
            <pc:sldMk cId="2248836956" sldId="263"/>
            <ac:picMk id="14" creationId="{F35715E4-176E-429C-B1CD-6E1B2240981C}"/>
          </ac:picMkLst>
        </pc:picChg>
      </pc:sldChg>
      <pc:sldChg chg="addSp modSp new mod">
        <pc:chgData name="윤준혁[ 학부재학 / 사이버국방학과 ]" userId="84268cf6-f4b6-49a4-8893-8210ed76d829" providerId="ADAL" clId="{F1C67E6E-C798-460D-B831-1964B398830A}" dt="2021-05-06T05:53:02.082" v="497" actId="1076"/>
        <pc:sldMkLst>
          <pc:docMk/>
          <pc:sldMk cId="412607933" sldId="264"/>
        </pc:sldMkLst>
        <pc:spChg chg="add mod">
          <ac:chgData name="윤준혁[ 학부재학 / 사이버국방학과 ]" userId="84268cf6-f4b6-49a4-8893-8210ed76d829" providerId="ADAL" clId="{F1C67E6E-C798-460D-B831-1964B398830A}" dt="2021-05-06T05:52:53.867" v="496" actId="20577"/>
          <ac:spMkLst>
            <pc:docMk/>
            <pc:sldMk cId="412607933" sldId="264"/>
            <ac:spMk id="4" creationId="{8307F9CB-CFEC-4E3B-A8DA-88FDDF8C3E99}"/>
          </ac:spMkLst>
        </pc:spChg>
        <pc:picChg chg="add mod modCrop">
          <ac:chgData name="윤준혁[ 학부재학 / 사이버국방학과 ]" userId="84268cf6-f4b6-49a4-8893-8210ed76d829" providerId="ADAL" clId="{F1C67E6E-C798-460D-B831-1964B398830A}" dt="2021-05-06T05:53:02.082" v="497" actId="1076"/>
          <ac:picMkLst>
            <pc:docMk/>
            <pc:sldMk cId="412607933" sldId="264"/>
            <ac:picMk id="3" creationId="{C26B3611-350D-4F9A-AB38-F85BE4B75E64}"/>
          </ac:picMkLst>
        </pc:picChg>
      </pc:sldChg>
      <pc:sldChg chg="add">
        <pc:chgData name="윤준혁[ 학부재학 / 사이버국방학과 ]" userId="84268cf6-f4b6-49a4-8893-8210ed76d829" providerId="ADAL" clId="{F1C67E6E-C798-460D-B831-1964B398830A}" dt="2021-05-06T05:53:03.828" v="498"/>
        <pc:sldMkLst>
          <pc:docMk/>
          <pc:sldMk cId="1461886756" sldId="265"/>
        </pc:sldMkLst>
      </pc:sldChg>
      <pc:sldChg chg="addSp delSp modSp new mod">
        <pc:chgData name="윤준혁[ 학부재학 / 사이버국방학과 ]" userId="84268cf6-f4b6-49a4-8893-8210ed76d829" providerId="ADAL" clId="{F1C67E6E-C798-460D-B831-1964B398830A}" dt="2021-05-06T07:53:16.791" v="807"/>
        <pc:sldMkLst>
          <pc:docMk/>
          <pc:sldMk cId="1345882948" sldId="266"/>
        </pc:sldMkLst>
        <pc:spChg chg="add mod">
          <ac:chgData name="윤준혁[ 학부재학 / 사이버국방학과 ]" userId="84268cf6-f4b6-49a4-8893-8210ed76d829" providerId="ADAL" clId="{F1C67E6E-C798-460D-B831-1964B398830A}" dt="2021-05-06T05:57:43.625" v="519" actId="1076"/>
          <ac:spMkLst>
            <pc:docMk/>
            <pc:sldMk cId="1345882948" sldId="266"/>
            <ac:spMk id="2" creationId="{91200597-C4E5-439F-B14B-F06F2955D446}"/>
          </ac:spMkLst>
        </pc:spChg>
        <pc:spChg chg="add mod">
          <ac:chgData name="윤준혁[ 학부재학 / 사이버국방학과 ]" userId="84268cf6-f4b6-49a4-8893-8210ed76d829" providerId="ADAL" clId="{F1C67E6E-C798-460D-B831-1964B398830A}" dt="2021-05-06T06:18:31.983" v="529" actId="1076"/>
          <ac:spMkLst>
            <pc:docMk/>
            <pc:sldMk cId="1345882948" sldId="266"/>
            <ac:spMk id="3" creationId="{3CFEFD8E-5A6B-44C4-A7A3-3B4779B84B53}"/>
          </ac:spMkLst>
        </pc:spChg>
        <pc:spChg chg="add del mod">
          <ac:chgData name="윤준혁[ 학부재학 / 사이버국방학과 ]" userId="84268cf6-f4b6-49a4-8893-8210ed76d829" providerId="ADAL" clId="{F1C67E6E-C798-460D-B831-1964B398830A}" dt="2021-05-06T06:18:13.330" v="525" actId="478"/>
          <ac:spMkLst>
            <pc:docMk/>
            <pc:sldMk cId="1345882948" sldId="266"/>
            <ac:spMk id="4" creationId="{DCAE0D8C-64CA-480C-80F4-2B4353E4CCFE}"/>
          </ac:spMkLst>
        </pc:spChg>
        <pc:spChg chg="add del mod">
          <ac:chgData name="윤준혁[ 학부재학 / 사이버국방학과 ]" userId="84268cf6-f4b6-49a4-8893-8210ed76d829" providerId="ADAL" clId="{F1C67E6E-C798-460D-B831-1964B398830A}" dt="2021-05-06T07:53:16.791" v="807"/>
          <ac:spMkLst>
            <pc:docMk/>
            <pc:sldMk cId="1345882948" sldId="266"/>
            <ac:spMk id="6" creationId="{CD08A90F-6965-4446-BA19-8D60DB5D6FD4}"/>
          </ac:spMkLst>
        </pc:spChg>
        <pc:picChg chg="add mod">
          <ac:chgData name="윤준혁[ 학부재학 / 사이버국방학과 ]" userId="84268cf6-f4b6-49a4-8893-8210ed76d829" providerId="ADAL" clId="{F1C67E6E-C798-460D-B831-1964B398830A}" dt="2021-05-06T06:18:36.012" v="531" actId="1076"/>
          <ac:picMkLst>
            <pc:docMk/>
            <pc:sldMk cId="1345882948" sldId="266"/>
            <ac:picMk id="6147" creationId="{F6A8E317-EC2C-43AF-A8C9-97434EDF0A19}"/>
          </ac:picMkLst>
        </pc:picChg>
      </pc:sldChg>
      <pc:sldChg chg="addSp delSp modSp add mod">
        <pc:chgData name="윤준혁[ 학부재학 / 사이버국방학과 ]" userId="84268cf6-f4b6-49a4-8893-8210ed76d829" providerId="ADAL" clId="{F1C67E6E-C798-460D-B831-1964B398830A}" dt="2021-05-06T07:41:28.106" v="729" actId="207"/>
        <pc:sldMkLst>
          <pc:docMk/>
          <pc:sldMk cId="2099070505" sldId="267"/>
        </pc:sldMkLst>
        <pc:spChg chg="del">
          <ac:chgData name="윤준혁[ 학부재학 / 사이버국방학과 ]" userId="84268cf6-f4b6-49a4-8893-8210ed76d829" providerId="ADAL" clId="{F1C67E6E-C798-460D-B831-1964B398830A}" dt="2021-05-06T05:56:51.381" v="505" actId="478"/>
          <ac:spMkLst>
            <pc:docMk/>
            <pc:sldMk cId="2099070505" sldId="267"/>
            <ac:spMk id="3" creationId="{1140BF22-88CC-4EBE-8EFF-DE1D59D0AFF3}"/>
          </ac:spMkLst>
        </pc:spChg>
        <pc:spChg chg="del">
          <ac:chgData name="윤준혁[ 학부재학 / 사이버국방학과 ]" userId="84268cf6-f4b6-49a4-8893-8210ed76d829" providerId="ADAL" clId="{F1C67E6E-C798-460D-B831-1964B398830A}" dt="2021-05-06T05:56:50.285" v="504" actId="478"/>
          <ac:spMkLst>
            <pc:docMk/>
            <pc:sldMk cId="2099070505" sldId="267"/>
            <ac:spMk id="4" creationId="{77C51CDC-F398-4BAE-919B-3404D26A7101}"/>
          </ac:spMkLst>
        </pc:spChg>
        <pc:spChg chg="add del mod">
          <ac:chgData name="윤준혁[ 학부재학 / 사이버국방학과 ]" userId="84268cf6-f4b6-49a4-8893-8210ed76d829" providerId="ADAL" clId="{F1C67E6E-C798-460D-B831-1964B398830A}" dt="2021-05-06T05:56:52.987" v="506" actId="478"/>
          <ac:spMkLst>
            <pc:docMk/>
            <pc:sldMk cId="2099070505" sldId="267"/>
            <ac:spMk id="5" creationId="{AF637E9A-D834-4099-A785-B309D4FA67E4}"/>
          </ac:spMkLst>
        </pc:spChg>
        <pc:spChg chg="mod topLvl">
          <ac:chgData name="윤준혁[ 학부재학 / 사이버국방학과 ]" userId="84268cf6-f4b6-49a4-8893-8210ed76d829" providerId="ADAL" clId="{F1C67E6E-C798-460D-B831-1964B398830A}" dt="2021-05-06T07:41:24.714" v="728" actId="478"/>
          <ac:spMkLst>
            <pc:docMk/>
            <pc:sldMk cId="2099070505" sldId="267"/>
            <ac:spMk id="6" creationId="{6A8DF305-CE3F-4C75-8430-01FAA936A066}"/>
          </ac:spMkLst>
        </pc:spChg>
        <pc:spChg chg="del">
          <ac:chgData name="윤준혁[ 학부재학 / 사이버국방학과 ]" userId="84268cf6-f4b6-49a4-8893-8210ed76d829" providerId="ADAL" clId="{F1C67E6E-C798-460D-B831-1964B398830A}" dt="2021-05-06T05:56:49.270" v="503" actId="478"/>
          <ac:spMkLst>
            <pc:docMk/>
            <pc:sldMk cId="2099070505" sldId="267"/>
            <ac:spMk id="7" creationId="{0226F46E-924B-45AF-A3C6-85355642ED91}"/>
          </ac:spMkLst>
        </pc:spChg>
        <pc:spChg chg="add del mod topLvl">
          <ac:chgData name="윤준혁[ 학부재학 / 사이버국방학과 ]" userId="84268cf6-f4b6-49a4-8893-8210ed76d829" providerId="ADAL" clId="{F1C67E6E-C798-460D-B831-1964B398830A}" dt="2021-05-06T07:41:28.106" v="729" actId="207"/>
          <ac:spMkLst>
            <pc:docMk/>
            <pc:sldMk cId="2099070505" sldId="267"/>
            <ac:spMk id="8" creationId="{B85E017A-67B2-4281-9BAC-072960ACCC9E}"/>
          </ac:spMkLst>
        </pc:spChg>
        <pc:grpChg chg="add del mod">
          <ac:chgData name="윤준혁[ 학부재학 / 사이버국방학과 ]" userId="84268cf6-f4b6-49a4-8893-8210ed76d829" providerId="ADAL" clId="{F1C67E6E-C798-460D-B831-1964B398830A}" dt="2021-05-06T07:41:24.714" v="728" actId="478"/>
          <ac:grpSpMkLst>
            <pc:docMk/>
            <pc:sldMk cId="2099070505" sldId="267"/>
            <ac:grpSpMk id="9" creationId="{A753B8C5-241D-40CD-9D93-75FE0B9EBEDE}"/>
          </ac:grpSpMkLst>
        </pc:grpChg>
      </pc:sldChg>
      <pc:sldChg chg="addSp modSp new mod">
        <pc:chgData name="윤준혁[ 학부재학 / 사이버국방학과 ]" userId="84268cf6-f4b6-49a4-8893-8210ed76d829" providerId="ADAL" clId="{F1C67E6E-C798-460D-B831-1964B398830A}" dt="2021-05-06T07:00:06.131" v="639" actId="1076"/>
        <pc:sldMkLst>
          <pc:docMk/>
          <pc:sldMk cId="7782735" sldId="268"/>
        </pc:sldMkLst>
        <pc:spChg chg="add mod">
          <ac:chgData name="윤준혁[ 학부재학 / 사이버국방학과 ]" userId="84268cf6-f4b6-49a4-8893-8210ed76d829" providerId="ADAL" clId="{F1C67E6E-C798-460D-B831-1964B398830A}" dt="2021-05-06T06:51:08.352" v="613" actId="20577"/>
          <ac:spMkLst>
            <pc:docMk/>
            <pc:sldMk cId="7782735" sldId="268"/>
            <ac:spMk id="8" creationId="{97BE9183-F255-442F-915E-57AB04186FB8}"/>
          </ac:spMkLst>
        </pc:spChg>
        <pc:picChg chg="add mod modCrop">
          <ac:chgData name="윤준혁[ 학부재학 / 사이버국방학과 ]" userId="84268cf6-f4b6-49a4-8893-8210ed76d829" providerId="ADAL" clId="{F1C67E6E-C798-460D-B831-1964B398830A}" dt="2021-05-06T06:58:56.525" v="615" actId="1076"/>
          <ac:picMkLst>
            <pc:docMk/>
            <pc:sldMk cId="7782735" sldId="268"/>
            <ac:picMk id="3" creationId="{AB2608B8-D51D-48FC-9B77-06A1EB640748}"/>
          </ac:picMkLst>
        </pc:picChg>
        <pc:picChg chg="add mod modCrop">
          <ac:chgData name="윤준혁[ 학부재학 / 사이버국방학과 ]" userId="84268cf6-f4b6-49a4-8893-8210ed76d829" providerId="ADAL" clId="{F1C67E6E-C798-460D-B831-1964B398830A}" dt="2021-05-06T06:59:56.358" v="638" actId="1076"/>
          <ac:picMkLst>
            <pc:docMk/>
            <pc:sldMk cId="7782735" sldId="268"/>
            <ac:picMk id="5" creationId="{88C33EA3-6599-4F7A-893D-29933659E7E6}"/>
          </ac:picMkLst>
        </pc:picChg>
        <pc:picChg chg="add mod modCrop">
          <ac:chgData name="윤준혁[ 학부재학 / 사이버국방학과 ]" userId="84268cf6-f4b6-49a4-8893-8210ed76d829" providerId="ADAL" clId="{F1C67E6E-C798-460D-B831-1964B398830A}" dt="2021-05-06T07:00:06.131" v="639" actId="1076"/>
          <ac:picMkLst>
            <pc:docMk/>
            <pc:sldMk cId="7782735" sldId="268"/>
            <ac:picMk id="7" creationId="{01334574-065E-42FB-B8FB-581344822DF9}"/>
          </ac:picMkLst>
        </pc:picChg>
        <pc:picChg chg="add mod modCrop">
          <ac:chgData name="윤준혁[ 학부재학 / 사이버국방학과 ]" userId="84268cf6-f4b6-49a4-8893-8210ed76d829" providerId="ADAL" clId="{F1C67E6E-C798-460D-B831-1964B398830A}" dt="2021-05-06T06:59:50.690" v="637" actId="1076"/>
          <ac:picMkLst>
            <pc:docMk/>
            <pc:sldMk cId="7782735" sldId="268"/>
            <ac:picMk id="10" creationId="{CD852147-0C5C-4FAE-AFEE-8E447CEB6773}"/>
          </ac:picMkLst>
        </pc:picChg>
      </pc:sldChg>
      <pc:sldChg chg="addSp delSp modSp new mod">
        <pc:chgData name="윤준혁[ 학부재학 / 사이버국방학과 ]" userId="84268cf6-f4b6-49a4-8893-8210ed76d829" providerId="ADAL" clId="{F1C67E6E-C798-460D-B831-1964B398830A}" dt="2021-05-06T07:24:01.631" v="705" actId="14100"/>
        <pc:sldMkLst>
          <pc:docMk/>
          <pc:sldMk cId="3612419806" sldId="269"/>
        </pc:sldMkLst>
        <pc:spChg chg="add del mod">
          <ac:chgData name="윤준혁[ 학부재학 / 사이버국방학과 ]" userId="84268cf6-f4b6-49a4-8893-8210ed76d829" providerId="ADAL" clId="{F1C67E6E-C798-460D-B831-1964B398830A}" dt="2021-05-06T07:15:48.876" v="649" actId="478"/>
          <ac:spMkLst>
            <pc:docMk/>
            <pc:sldMk cId="3612419806" sldId="269"/>
            <ac:spMk id="3" creationId="{61D54A0F-AE1A-4DA7-B7FB-C2024CA901D2}"/>
          </ac:spMkLst>
        </pc:spChg>
        <pc:spChg chg="add mod">
          <ac:chgData name="윤준혁[ 학부재학 / 사이버국방학과 ]" userId="84268cf6-f4b6-49a4-8893-8210ed76d829" providerId="ADAL" clId="{F1C67E6E-C798-460D-B831-1964B398830A}" dt="2021-05-06T07:21:39.194" v="675" actId="20577"/>
          <ac:spMkLst>
            <pc:docMk/>
            <pc:sldMk cId="3612419806" sldId="269"/>
            <ac:spMk id="8" creationId="{71F9722C-0CE6-49B7-A1B3-438355CA2958}"/>
          </ac:spMkLst>
        </pc:spChg>
        <pc:spChg chg="add del">
          <ac:chgData name="윤준혁[ 학부재학 / 사이버국방학과 ]" userId="84268cf6-f4b6-49a4-8893-8210ed76d829" providerId="ADAL" clId="{F1C67E6E-C798-460D-B831-1964B398830A}" dt="2021-05-06T07:23:34.937" v="699" actId="22"/>
          <ac:spMkLst>
            <pc:docMk/>
            <pc:sldMk cId="3612419806" sldId="269"/>
            <ac:spMk id="14" creationId="{AC173E23-80DE-44EE-847F-08CEC307D1A4}"/>
          </ac:spMkLst>
        </pc:spChg>
        <pc:picChg chg="add del mod modCrop">
          <ac:chgData name="윤준혁[ 학부재학 / 사이버국방학과 ]" userId="84268cf6-f4b6-49a4-8893-8210ed76d829" providerId="ADAL" clId="{F1C67E6E-C798-460D-B831-1964B398830A}" dt="2021-05-06T07:21:10.346" v="655" actId="478"/>
          <ac:picMkLst>
            <pc:docMk/>
            <pc:sldMk cId="3612419806" sldId="269"/>
            <ac:picMk id="5" creationId="{7FC4177A-685D-4701-9ABD-A62903FF60CF}"/>
          </ac:picMkLst>
        </pc:picChg>
        <pc:picChg chg="add mod modCrop">
          <ac:chgData name="윤준혁[ 학부재학 / 사이버국방학과 ]" userId="84268cf6-f4b6-49a4-8893-8210ed76d829" providerId="ADAL" clId="{F1C67E6E-C798-460D-B831-1964B398830A}" dt="2021-05-06T07:22:55.944" v="694" actId="1076"/>
          <ac:picMkLst>
            <pc:docMk/>
            <pc:sldMk cId="3612419806" sldId="269"/>
            <ac:picMk id="7" creationId="{AA2D260C-448A-4DFE-B827-AB3BDF3B54A0}"/>
          </ac:picMkLst>
        </pc:picChg>
        <pc:picChg chg="add mod modCrop">
          <ac:chgData name="윤준혁[ 학부재학 / 사이버국방학과 ]" userId="84268cf6-f4b6-49a4-8893-8210ed76d829" providerId="ADAL" clId="{F1C67E6E-C798-460D-B831-1964B398830A}" dt="2021-05-06T07:22:57.788" v="695" actId="1076"/>
          <ac:picMkLst>
            <pc:docMk/>
            <pc:sldMk cId="3612419806" sldId="269"/>
            <ac:picMk id="10" creationId="{C2358620-DBCA-4062-AC9F-C1858D9B24E0}"/>
          </ac:picMkLst>
        </pc:picChg>
        <pc:picChg chg="add mod modCrop">
          <ac:chgData name="윤준혁[ 학부재학 / 사이버국방학과 ]" userId="84268cf6-f4b6-49a4-8893-8210ed76d829" providerId="ADAL" clId="{F1C67E6E-C798-460D-B831-1964B398830A}" dt="2021-05-06T07:23:02.242" v="697" actId="14100"/>
          <ac:picMkLst>
            <pc:docMk/>
            <pc:sldMk cId="3612419806" sldId="269"/>
            <ac:picMk id="12" creationId="{4FAB574C-5DCF-4E10-96A5-F78EEA628D9C}"/>
          </ac:picMkLst>
        </pc:picChg>
        <pc:picChg chg="add mod modCrop">
          <ac:chgData name="윤준혁[ 학부재학 / 사이버국방학과 ]" userId="84268cf6-f4b6-49a4-8893-8210ed76d829" providerId="ADAL" clId="{F1C67E6E-C798-460D-B831-1964B398830A}" dt="2021-05-06T07:24:01.631" v="705" actId="14100"/>
          <ac:picMkLst>
            <pc:docMk/>
            <pc:sldMk cId="3612419806" sldId="269"/>
            <ac:picMk id="16" creationId="{D7F3609E-BF36-4599-9E73-42788170B8E1}"/>
          </ac:picMkLst>
        </pc:picChg>
      </pc:sldChg>
      <pc:sldChg chg="delSp modSp add mod">
        <pc:chgData name="윤준혁[ 학부재학 / 사이버국방학과 ]" userId="84268cf6-f4b6-49a4-8893-8210ed76d829" providerId="ADAL" clId="{F1C67E6E-C798-460D-B831-1964B398830A}" dt="2021-05-06T07:40:39.095" v="725" actId="1076"/>
        <pc:sldMkLst>
          <pc:docMk/>
          <pc:sldMk cId="1264634983" sldId="270"/>
        </pc:sldMkLst>
        <pc:spChg chg="mod">
          <ac:chgData name="윤준혁[ 학부재학 / 사이버국방학과 ]" userId="84268cf6-f4b6-49a4-8893-8210ed76d829" providerId="ADAL" clId="{F1C67E6E-C798-460D-B831-1964B398830A}" dt="2021-05-06T07:40:39.095" v="725" actId="1076"/>
          <ac:spMkLst>
            <pc:docMk/>
            <pc:sldMk cId="1264634983" sldId="270"/>
            <ac:spMk id="8" creationId="{71F9722C-0CE6-49B7-A1B3-438355CA2958}"/>
          </ac:spMkLst>
        </pc:spChg>
        <pc:picChg chg="del">
          <ac:chgData name="윤준혁[ 학부재학 / 사이버국방학과 ]" userId="84268cf6-f4b6-49a4-8893-8210ed76d829" providerId="ADAL" clId="{F1C67E6E-C798-460D-B831-1964B398830A}" dt="2021-05-06T07:39:55.809" v="707" actId="478"/>
          <ac:picMkLst>
            <pc:docMk/>
            <pc:sldMk cId="1264634983" sldId="270"/>
            <ac:picMk id="7" creationId="{AA2D260C-448A-4DFE-B827-AB3BDF3B54A0}"/>
          </ac:picMkLst>
        </pc:picChg>
        <pc:picChg chg="del">
          <ac:chgData name="윤준혁[ 학부재학 / 사이버국방학과 ]" userId="84268cf6-f4b6-49a4-8893-8210ed76d829" providerId="ADAL" clId="{F1C67E6E-C798-460D-B831-1964B398830A}" dt="2021-05-06T07:39:57.127" v="709" actId="478"/>
          <ac:picMkLst>
            <pc:docMk/>
            <pc:sldMk cId="1264634983" sldId="270"/>
            <ac:picMk id="10" creationId="{C2358620-DBCA-4062-AC9F-C1858D9B24E0}"/>
          </ac:picMkLst>
        </pc:picChg>
        <pc:picChg chg="del">
          <ac:chgData name="윤준혁[ 학부재학 / 사이버국방학과 ]" userId="84268cf6-f4b6-49a4-8893-8210ed76d829" providerId="ADAL" clId="{F1C67E6E-C798-460D-B831-1964B398830A}" dt="2021-05-06T07:39:57.454" v="710" actId="478"/>
          <ac:picMkLst>
            <pc:docMk/>
            <pc:sldMk cId="1264634983" sldId="270"/>
            <ac:picMk id="12" creationId="{4FAB574C-5DCF-4E10-96A5-F78EEA628D9C}"/>
          </ac:picMkLst>
        </pc:picChg>
        <pc:picChg chg="del">
          <ac:chgData name="윤준혁[ 학부재학 / 사이버국방학과 ]" userId="84268cf6-f4b6-49a4-8893-8210ed76d829" providerId="ADAL" clId="{F1C67E6E-C798-460D-B831-1964B398830A}" dt="2021-05-06T07:39:56.248" v="708" actId="478"/>
          <ac:picMkLst>
            <pc:docMk/>
            <pc:sldMk cId="1264634983" sldId="270"/>
            <ac:picMk id="16" creationId="{D7F3609E-BF36-4599-9E73-42788170B8E1}"/>
          </ac:picMkLst>
        </pc:picChg>
      </pc:sldChg>
      <pc:sldChg chg="modSp add mod">
        <pc:chgData name="윤준혁[ 학부재학 / 사이버국방학과 ]" userId="84268cf6-f4b6-49a4-8893-8210ed76d829" providerId="ADAL" clId="{F1C67E6E-C798-460D-B831-1964B398830A}" dt="2021-05-06T07:41:33.200" v="730" actId="207"/>
        <pc:sldMkLst>
          <pc:docMk/>
          <pc:sldMk cId="356590997" sldId="271"/>
        </pc:sldMkLst>
        <pc:spChg chg="mod">
          <ac:chgData name="윤준혁[ 학부재학 / 사이버국방학과 ]" userId="84268cf6-f4b6-49a4-8893-8210ed76d829" providerId="ADAL" clId="{F1C67E6E-C798-460D-B831-1964B398830A}" dt="2021-05-06T07:41:33.200" v="730" actId="207"/>
          <ac:spMkLst>
            <pc:docMk/>
            <pc:sldMk cId="356590997" sldId="271"/>
            <ac:spMk id="6" creationId="{6A8DF305-CE3F-4C75-8430-01FAA936A066}"/>
          </ac:spMkLst>
        </pc:spChg>
      </pc:sldChg>
      <pc:sldChg chg="addSp delSp modSp new mod">
        <pc:chgData name="윤준혁[ 학부재학 / 사이버국방학과 ]" userId="84268cf6-f4b6-49a4-8893-8210ed76d829" providerId="ADAL" clId="{F1C67E6E-C798-460D-B831-1964B398830A}" dt="2021-05-06T08:00:39.729" v="913"/>
        <pc:sldMkLst>
          <pc:docMk/>
          <pc:sldMk cId="2796415989" sldId="272"/>
        </pc:sldMkLst>
        <pc:spChg chg="del">
          <ac:chgData name="윤준혁[ 학부재학 / 사이버국방학과 ]" userId="84268cf6-f4b6-49a4-8893-8210ed76d829" providerId="ADAL" clId="{F1C67E6E-C798-460D-B831-1964B398830A}" dt="2021-05-06T07:41:44.962" v="732" actId="478"/>
          <ac:spMkLst>
            <pc:docMk/>
            <pc:sldMk cId="2796415989" sldId="272"/>
            <ac:spMk id="2" creationId="{23A8B229-F35D-4702-AFE9-1417D4B0F755}"/>
          </ac:spMkLst>
        </pc:spChg>
        <pc:spChg chg="del">
          <ac:chgData name="윤준혁[ 학부재학 / 사이버국방학과 ]" userId="84268cf6-f4b6-49a4-8893-8210ed76d829" providerId="ADAL" clId="{F1C67E6E-C798-460D-B831-1964B398830A}" dt="2021-05-06T07:41:44.962" v="732" actId="478"/>
          <ac:spMkLst>
            <pc:docMk/>
            <pc:sldMk cId="2796415989" sldId="272"/>
            <ac:spMk id="3" creationId="{8A3A8C73-DFF8-4A47-8233-C413AF13C79C}"/>
          </ac:spMkLst>
        </pc:spChg>
        <pc:spChg chg="add mod">
          <ac:chgData name="윤준혁[ 학부재학 / 사이버국방학과 ]" userId="84268cf6-f4b6-49a4-8893-8210ed76d829" providerId="ADAL" clId="{F1C67E6E-C798-460D-B831-1964B398830A}" dt="2021-05-06T08:00:39.729" v="913"/>
          <ac:spMkLst>
            <pc:docMk/>
            <pc:sldMk cId="2796415989" sldId="272"/>
            <ac:spMk id="9" creationId="{2B03FEAB-F6C7-463C-8E96-E130E990D5C6}"/>
          </ac:spMkLst>
        </pc:spChg>
        <pc:grpChg chg="add del mod">
          <ac:chgData name="윤준혁[ 학부재학 / 사이버국방학과 ]" userId="84268cf6-f4b6-49a4-8893-8210ed76d829" providerId="ADAL" clId="{F1C67E6E-C798-460D-B831-1964B398830A}" dt="2021-05-06T07:50:20.648" v="755" actId="165"/>
          <ac:grpSpMkLst>
            <pc:docMk/>
            <pc:sldMk cId="2796415989" sldId="272"/>
            <ac:grpSpMk id="8" creationId="{CAA7B677-0DA9-47BC-BC93-200292B643C6}"/>
          </ac:grpSpMkLst>
        </pc:grpChg>
        <pc:picChg chg="add mod topLvl modCrop">
          <ac:chgData name="윤준혁[ 학부재학 / 사이버국방학과 ]" userId="84268cf6-f4b6-49a4-8893-8210ed76d829" providerId="ADAL" clId="{F1C67E6E-C798-460D-B831-1964B398830A}" dt="2021-05-06T07:50:30.202" v="788" actId="1036"/>
          <ac:picMkLst>
            <pc:docMk/>
            <pc:sldMk cId="2796415989" sldId="272"/>
            <ac:picMk id="5" creationId="{041A41E5-D514-454D-91E1-BDC39BEDC382}"/>
          </ac:picMkLst>
        </pc:picChg>
        <pc:picChg chg="add mod topLvl modCrop">
          <ac:chgData name="윤준혁[ 학부재학 / 사이버국방학과 ]" userId="84268cf6-f4b6-49a4-8893-8210ed76d829" providerId="ADAL" clId="{F1C67E6E-C798-460D-B831-1964B398830A}" dt="2021-05-06T07:50:30.202" v="788" actId="1036"/>
          <ac:picMkLst>
            <pc:docMk/>
            <pc:sldMk cId="2796415989" sldId="272"/>
            <ac:picMk id="7" creationId="{FE7AD3E7-C629-4590-8EBE-05910F5FB3BD}"/>
          </ac:picMkLst>
        </pc:picChg>
      </pc:sldChg>
      <pc:sldChg chg="addSp delSp modSp add mod">
        <pc:chgData name="윤준혁[ 학부재학 / 사이버국방학과 ]" userId="84268cf6-f4b6-49a4-8893-8210ed76d829" providerId="ADAL" clId="{F1C67E6E-C798-460D-B831-1964B398830A}" dt="2021-05-06T07:56:56.493" v="866" actId="478"/>
        <pc:sldMkLst>
          <pc:docMk/>
          <pc:sldMk cId="3502541554" sldId="273"/>
        </pc:sldMkLst>
        <pc:spChg chg="add del">
          <ac:chgData name="윤준혁[ 학부재학 / 사이버국방학과 ]" userId="84268cf6-f4b6-49a4-8893-8210ed76d829" providerId="ADAL" clId="{F1C67E6E-C798-460D-B831-1964B398830A}" dt="2021-05-06T07:53:11.190" v="805" actId="478"/>
          <ac:spMkLst>
            <pc:docMk/>
            <pc:sldMk cId="3502541554" sldId="273"/>
            <ac:spMk id="2" creationId="{3430EB7E-046E-4D18-87DB-D03145452874}"/>
          </ac:spMkLst>
        </pc:spChg>
        <pc:spChg chg="add del">
          <ac:chgData name="윤준혁[ 학부재학 / 사이버국방학과 ]" userId="84268cf6-f4b6-49a4-8893-8210ed76d829" providerId="ADAL" clId="{F1C67E6E-C798-460D-B831-1964B398830A}" dt="2021-05-06T07:53:55.330" v="815" actId="478"/>
          <ac:spMkLst>
            <pc:docMk/>
            <pc:sldMk cId="3502541554" sldId="273"/>
            <ac:spMk id="3" creationId="{5517E7BB-C7B3-43E4-90D0-54C18145426E}"/>
          </ac:spMkLst>
        </pc:spChg>
        <pc:spChg chg="add mod">
          <ac:chgData name="윤준혁[ 학부재학 / 사이버국방학과 ]" userId="84268cf6-f4b6-49a4-8893-8210ed76d829" providerId="ADAL" clId="{F1C67E6E-C798-460D-B831-1964B398830A}" dt="2021-05-06T07:52:13.426" v="795" actId="20577"/>
          <ac:spMkLst>
            <pc:docMk/>
            <pc:sldMk cId="3502541554" sldId="273"/>
            <ac:spMk id="5" creationId="{AEB57FAF-7982-4E4C-8E02-2164BEE02F4E}"/>
          </ac:spMkLst>
        </pc:spChg>
        <pc:spChg chg="del mod topLvl">
          <ac:chgData name="윤준혁[ 학부재학 / 사이버국방학과 ]" userId="84268cf6-f4b6-49a4-8893-8210ed76d829" providerId="ADAL" clId="{F1C67E6E-C798-460D-B831-1964B398830A}" dt="2021-05-06T07:51:58.925" v="791" actId="478"/>
          <ac:spMkLst>
            <pc:docMk/>
            <pc:sldMk cId="3502541554" sldId="273"/>
            <ac:spMk id="6" creationId="{6A8DF305-CE3F-4C75-8430-01FAA936A066}"/>
          </ac:spMkLst>
        </pc:spChg>
        <pc:spChg chg="add mod">
          <ac:chgData name="윤준혁[ 학부재학 / 사이버국방학과 ]" userId="84268cf6-f4b6-49a4-8893-8210ed76d829" providerId="ADAL" clId="{F1C67E6E-C798-460D-B831-1964B398830A}" dt="2021-05-06T07:52:28.567" v="798" actId="1076"/>
          <ac:spMkLst>
            <pc:docMk/>
            <pc:sldMk cId="3502541554" sldId="273"/>
            <ac:spMk id="7" creationId="{B8650D58-1A3C-4A14-9A60-650157DCA7FD}"/>
          </ac:spMkLst>
        </pc:spChg>
        <pc:spChg chg="del mod topLvl">
          <ac:chgData name="윤준혁[ 학부재학 / 사이버국방학과 ]" userId="84268cf6-f4b6-49a4-8893-8210ed76d829" providerId="ADAL" clId="{F1C67E6E-C798-460D-B831-1964B398830A}" dt="2021-05-06T07:51:58.925" v="791" actId="478"/>
          <ac:spMkLst>
            <pc:docMk/>
            <pc:sldMk cId="3502541554" sldId="273"/>
            <ac:spMk id="8" creationId="{B85E017A-67B2-4281-9BAC-072960ACCC9E}"/>
          </ac:spMkLst>
        </pc:spChg>
        <pc:spChg chg="add del mod">
          <ac:chgData name="윤준혁[ 학부재학 / 사이버국방학과 ]" userId="84268cf6-f4b6-49a4-8893-8210ed76d829" providerId="ADAL" clId="{F1C67E6E-C798-460D-B831-1964B398830A}" dt="2021-05-06T07:53:06.944" v="804"/>
          <ac:spMkLst>
            <pc:docMk/>
            <pc:sldMk cId="3502541554" sldId="273"/>
            <ac:spMk id="10" creationId="{53114EA6-2AD2-4E1F-AFF1-95A440DBC8B3}"/>
          </ac:spMkLst>
        </pc:spChg>
        <pc:spChg chg="add mod">
          <ac:chgData name="윤준혁[ 학부재학 / 사이버국방학과 ]" userId="84268cf6-f4b6-49a4-8893-8210ed76d829" providerId="ADAL" clId="{F1C67E6E-C798-460D-B831-1964B398830A}" dt="2021-05-06T07:56:49.464" v="864" actId="14100"/>
          <ac:spMkLst>
            <pc:docMk/>
            <pc:sldMk cId="3502541554" sldId="273"/>
            <ac:spMk id="11" creationId="{E206045C-6D7C-4EC2-ACC0-C57EB345C537}"/>
          </ac:spMkLst>
        </pc:spChg>
        <pc:grpChg chg="del">
          <ac:chgData name="윤준혁[ 학부재학 / 사이버국방학과 ]" userId="84268cf6-f4b6-49a4-8893-8210ed76d829" providerId="ADAL" clId="{F1C67E6E-C798-460D-B831-1964B398830A}" dt="2021-05-06T07:51:54.893" v="790" actId="165"/>
          <ac:grpSpMkLst>
            <pc:docMk/>
            <pc:sldMk cId="3502541554" sldId="273"/>
            <ac:grpSpMk id="9" creationId="{A753B8C5-241D-40CD-9D93-75FE0B9EBEDE}"/>
          </ac:grpSpMkLst>
        </pc:grpChg>
        <pc:picChg chg="add del mod modCrop">
          <ac:chgData name="윤준혁[ 학부재학 / 사이버국방학과 ]" userId="84268cf6-f4b6-49a4-8893-8210ed76d829" providerId="ADAL" clId="{F1C67E6E-C798-460D-B831-1964B398830A}" dt="2021-05-06T07:56:56.493" v="866" actId="478"/>
          <ac:picMkLst>
            <pc:docMk/>
            <pc:sldMk cId="3502541554" sldId="273"/>
            <ac:picMk id="12" creationId="{6B79B524-C308-4200-B12D-4EEE030057F3}"/>
          </ac:picMkLst>
        </pc:picChg>
      </pc:sldChg>
      <pc:sldChg chg="delSp modSp add mod">
        <pc:chgData name="윤준혁[ 학부재학 / 사이버국방학과 ]" userId="84268cf6-f4b6-49a4-8893-8210ed76d829" providerId="ADAL" clId="{F1C67E6E-C798-460D-B831-1964B398830A}" dt="2021-05-06T08:00:27.755" v="911" actId="20577"/>
        <pc:sldMkLst>
          <pc:docMk/>
          <pc:sldMk cId="2037352260" sldId="274"/>
        </pc:sldMkLst>
        <pc:spChg chg="del">
          <ac:chgData name="윤준혁[ 학부재학 / 사이버국방학과 ]" userId="84268cf6-f4b6-49a4-8893-8210ed76d829" providerId="ADAL" clId="{F1C67E6E-C798-460D-B831-1964B398830A}" dt="2021-05-06T07:56:58.914" v="867" actId="478"/>
          <ac:spMkLst>
            <pc:docMk/>
            <pc:sldMk cId="2037352260" sldId="274"/>
            <ac:spMk id="7" creationId="{B8650D58-1A3C-4A14-9A60-650157DCA7FD}"/>
          </ac:spMkLst>
        </pc:spChg>
        <pc:spChg chg="mod">
          <ac:chgData name="윤준혁[ 학부재학 / 사이버국방학과 ]" userId="84268cf6-f4b6-49a4-8893-8210ed76d829" providerId="ADAL" clId="{F1C67E6E-C798-460D-B831-1964B398830A}" dt="2021-05-06T08:00:27.755" v="911" actId="20577"/>
          <ac:spMkLst>
            <pc:docMk/>
            <pc:sldMk cId="2037352260" sldId="274"/>
            <ac:spMk id="11" creationId="{E206045C-6D7C-4EC2-ACC0-C57EB345C537}"/>
          </ac:spMkLst>
        </pc:spChg>
        <pc:picChg chg="mod">
          <ac:chgData name="윤준혁[ 학부재학 / 사이버국방학과 ]" userId="84268cf6-f4b6-49a4-8893-8210ed76d829" providerId="ADAL" clId="{F1C67E6E-C798-460D-B831-1964B398830A}" dt="2021-05-06T07:57:03.344" v="868" actId="1076"/>
          <ac:picMkLst>
            <pc:docMk/>
            <pc:sldMk cId="2037352260" sldId="274"/>
            <ac:picMk id="12" creationId="{6B79B524-C308-4200-B12D-4EEE030057F3}"/>
          </ac:picMkLst>
        </pc:picChg>
      </pc:sldChg>
      <pc:sldChg chg="addSp delSp modSp add mod">
        <pc:chgData name="윤준혁[ 학부재학 / 사이버국방학과 ]" userId="84268cf6-f4b6-49a4-8893-8210ed76d829" providerId="ADAL" clId="{F1C67E6E-C798-460D-B831-1964B398830A}" dt="2021-05-06T08:00:38.243" v="912" actId="20577"/>
        <pc:sldMkLst>
          <pc:docMk/>
          <pc:sldMk cId="3275757460" sldId="275"/>
        </pc:sldMkLst>
        <pc:spChg chg="mod">
          <ac:chgData name="윤준혁[ 학부재학 / 사이버국방학과 ]" userId="84268cf6-f4b6-49a4-8893-8210ed76d829" providerId="ADAL" clId="{F1C67E6E-C798-460D-B831-1964B398830A}" dt="2021-05-06T08:00:38.243" v="912" actId="20577"/>
          <ac:spMkLst>
            <pc:docMk/>
            <pc:sldMk cId="3275757460" sldId="275"/>
            <ac:spMk id="5" creationId="{AEB57FAF-7982-4E4C-8E02-2164BEE02F4E}"/>
          </ac:spMkLst>
        </pc:spChg>
        <pc:spChg chg="mod">
          <ac:chgData name="윤준혁[ 학부재학 / 사이버국방학과 ]" userId="84268cf6-f4b6-49a4-8893-8210ed76d829" providerId="ADAL" clId="{F1C67E6E-C798-460D-B831-1964B398830A}" dt="2021-05-06T08:00:23.964" v="910" actId="20577"/>
          <ac:spMkLst>
            <pc:docMk/>
            <pc:sldMk cId="3275757460" sldId="275"/>
            <ac:spMk id="11" creationId="{E206045C-6D7C-4EC2-ACC0-C57EB345C537}"/>
          </ac:spMkLst>
        </pc:spChg>
        <pc:picChg chg="add mod modCrop">
          <ac:chgData name="윤준혁[ 학부재학 / 사이버국방학과 ]" userId="84268cf6-f4b6-49a4-8893-8210ed76d829" providerId="ADAL" clId="{F1C67E6E-C798-460D-B831-1964B398830A}" dt="2021-05-06T07:59:07.204" v="902" actId="1076"/>
          <ac:picMkLst>
            <pc:docMk/>
            <pc:sldMk cId="3275757460" sldId="275"/>
            <ac:picMk id="3" creationId="{CD9A5CD0-17F8-4EE8-9516-25746810F3DA}"/>
          </ac:picMkLst>
        </pc:picChg>
        <pc:picChg chg="add mod modCrop">
          <ac:chgData name="윤준혁[ 학부재학 / 사이버국방학과 ]" userId="84268cf6-f4b6-49a4-8893-8210ed76d829" providerId="ADAL" clId="{F1C67E6E-C798-460D-B831-1964B398830A}" dt="2021-05-06T08:00:04.368" v="907" actId="1076"/>
          <ac:picMkLst>
            <pc:docMk/>
            <pc:sldMk cId="3275757460" sldId="275"/>
            <ac:picMk id="6" creationId="{8FB1D0A5-F2CB-4731-BF45-56D7BDFB65D7}"/>
          </ac:picMkLst>
        </pc:picChg>
        <pc:picChg chg="del">
          <ac:chgData name="윤준혁[ 학부재학 / 사이버국방학과 ]" userId="84268cf6-f4b6-49a4-8893-8210ed76d829" providerId="ADAL" clId="{F1C67E6E-C798-460D-B831-1964B398830A}" dt="2021-05-06T07:58:52.250" v="897" actId="478"/>
          <ac:picMkLst>
            <pc:docMk/>
            <pc:sldMk cId="3275757460" sldId="275"/>
            <ac:picMk id="12" creationId="{6B79B524-C308-4200-B12D-4EEE030057F3}"/>
          </ac:picMkLst>
        </pc:picChg>
      </pc:sldChg>
      <pc:sldMasterChg chg="addSp modSp modSldLayout">
        <pc:chgData name="윤준혁[ 학부재학 / 사이버국방학과 ]" userId="84268cf6-f4b6-49a4-8893-8210ed76d829" providerId="ADAL" clId="{F1C67E6E-C798-460D-B831-1964B398830A}" dt="2021-05-06T03:50:32.786" v="105" actId="478"/>
        <pc:sldMasterMkLst>
          <pc:docMk/>
          <pc:sldMasterMk cId="2190929300" sldId="2147483648"/>
        </pc:sldMasterMkLst>
        <pc:picChg chg="add mod">
          <ac:chgData name="윤준혁[ 학부재학 / 사이버국방학과 ]" userId="84268cf6-f4b6-49a4-8893-8210ed76d829" providerId="ADAL" clId="{F1C67E6E-C798-460D-B831-1964B398830A}" dt="2021-05-06T03:50:28.074" v="103"/>
          <ac:picMkLst>
            <pc:docMk/>
            <pc:sldMasterMk cId="2190929300" sldId="2147483648"/>
            <ac:picMk id="7" creationId="{50244EB4-A03A-46D6-B075-8631A82B0A70}"/>
          </ac:picMkLst>
        </pc:picChg>
        <pc:sldLayoutChg chg="delSp mod">
          <pc:chgData name="윤준혁[ 학부재학 / 사이버국방학과 ]" userId="84268cf6-f4b6-49a4-8893-8210ed76d829" providerId="ADAL" clId="{F1C67E6E-C798-460D-B831-1964B398830A}" dt="2021-05-06T03:50:30.340" v="104" actId="478"/>
          <pc:sldLayoutMkLst>
            <pc:docMk/>
            <pc:sldMasterMk cId="2190929300" sldId="2147483648"/>
            <pc:sldLayoutMk cId="29537820" sldId="2147483649"/>
          </pc:sldLayoutMkLst>
          <pc:picChg chg="del">
            <ac:chgData name="윤준혁[ 학부재학 / 사이버국방학과 ]" userId="84268cf6-f4b6-49a4-8893-8210ed76d829" providerId="ADAL" clId="{F1C67E6E-C798-460D-B831-1964B398830A}" dt="2021-05-06T03:50:30.340" v="104" actId="478"/>
            <ac:picMkLst>
              <pc:docMk/>
              <pc:sldMasterMk cId="2190929300" sldId="2147483648"/>
              <pc:sldLayoutMk cId="29537820" sldId="2147483649"/>
              <ac:picMk id="12" creationId="{419F8DFD-43AB-41ED-A74A-AEADFCBE7271}"/>
            </ac:picMkLst>
          </pc:picChg>
        </pc:sldLayoutChg>
        <pc:sldLayoutChg chg="addSp delSp modSp mod">
          <pc:chgData name="윤준혁[ 학부재학 / 사이버국방학과 ]" userId="84268cf6-f4b6-49a4-8893-8210ed76d829" providerId="ADAL" clId="{F1C67E6E-C798-460D-B831-1964B398830A}" dt="2021-05-06T03:50:32.786" v="105" actId="478"/>
          <pc:sldLayoutMkLst>
            <pc:docMk/>
            <pc:sldMasterMk cId="2190929300" sldId="2147483648"/>
            <pc:sldLayoutMk cId="341977158" sldId="2147483650"/>
          </pc:sldLayoutMkLst>
          <pc:picChg chg="add del mod">
            <ac:chgData name="윤준혁[ 학부재학 / 사이버국방학과 ]" userId="84268cf6-f4b6-49a4-8893-8210ed76d829" providerId="ADAL" clId="{F1C67E6E-C798-460D-B831-1964B398830A}" dt="2021-05-06T03:50:32.786" v="105" actId="478"/>
            <ac:picMkLst>
              <pc:docMk/>
              <pc:sldMasterMk cId="2190929300" sldId="2147483648"/>
              <pc:sldLayoutMk cId="341977158" sldId="2147483650"/>
              <ac:picMk id="7" creationId="{570186FF-3040-428F-A289-B06A1B51B60D}"/>
            </ac:picMkLst>
          </pc:pic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33E0DC-CDDF-4F10-851B-5BFD5B1EB4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1FE93F8-4F5F-4474-968E-69C21EE871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E0E6B8-349B-4037-B5F3-DACBF5988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DC1F-2282-40B4-BFEF-51F395DFE7F5}" type="datetimeFigureOut">
              <a:rPr lang="ko-KR" altLang="en-US" smtClean="0"/>
              <a:t>2021-05-06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B0D118E-5040-4555-B2BC-D66BCF1F6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91B462C-F5BD-4B9A-A3F6-FF97AFDCB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20D20-0770-4C30-8E65-315C3484E6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37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A8ED20-4C56-4E3C-B07A-D4978BC9A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2DF2A9-F599-4715-92BE-1E87F94D2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0738B6-A222-4C4C-B946-9BB23CB72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DC1F-2282-40B4-BFEF-51F395DFE7F5}" type="datetimeFigureOut">
              <a:rPr lang="ko-KR" altLang="en-US" smtClean="0"/>
              <a:t>2021-05-06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A04C16-EDFC-44D3-ACC8-682D0F4EF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4902F9D-A1DF-4B7F-8C0C-8A8A4CD72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20D20-0770-4C30-8E65-315C3484E6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771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3B8357-5C5A-4D82-BE16-8562C74E1D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949B6B-AE6F-4994-93F4-86626F15A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1FBB841-0994-4CE3-B74E-5A4A2A80A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DC1F-2282-40B4-BFEF-51F395DFE7F5}" type="datetimeFigureOut">
              <a:rPr lang="ko-KR" altLang="en-US" smtClean="0"/>
              <a:t>2021-05-06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3AEE7B-ABCE-4AEF-BECF-BA4F66AAD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F74C7E-6A6C-452A-A51A-22D6B0874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20D20-0770-4C30-8E65-315C3484E6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9289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626905-0BBD-4D73-8C78-9532D7B08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8CF900-BCD8-46D5-99EA-F007B5D80A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4136FFE-DE88-4FF9-AA85-A7BE85DB1B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B9DD50F-5FBB-4E87-A17C-ED5B17529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DC1F-2282-40B4-BFEF-51F395DFE7F5}" type="datetimeFigureOut">
              <a:rPr lang="ko-KR" altLang="en-US" smtClean="0"/>
              <a:t>2021-05-06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98CAA1-E0D4-4D29-802E-452A8E1AA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EBF34-8A5B-438D-AED2-D54F4C16F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20D20-0770-4C30-8E65-315C3484E6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3951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DA3E6A-282C-4712-9085-A8F2813EC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FA05B3E-1FC3-401B-AF1D-CB451AC7EA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B1550E-6F53-42F1-A440-070808A834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2C2F29F-5615-45CD-8120-889D5D0D04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439AE45-842E-4298-B5DE-0D52749CEF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5F65279-0EE1-45F7-A477-888E4BAE9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DC1F-2282-40B4-BFEF-51F395DFE7F5}" type="datetimeFigureOut">
              <a:rPr lang="ko-KR" altLang="en-US" smtClean="0"/>
              <a:t>2021-05-06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0CBC400-9160-4290-99B6-1345A829AD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B46C147-2E1C-4350-A009-30136D6E1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20D20-0770-4C30-8E65-315C3484E6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7710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1D0DEE-327A-4EAE-8542-CAD8C0C4A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BA05C21-A6A4-4215-B135-A4640D49D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DC1F-2282-40B4-BFEF-51F395DFE7F5}" type="datetimeFigureOut">
              <a:rPr lang="ko-KR" altLang="en-US" smtClean="0"/>
              <a:t>2021-05-06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3965570-7342-4C9C-9104-641990AC3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67106A5-68AF-47DC-AAA5-B0C4F26D07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20D20-0770-4C30-8E65-315C3484E6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39112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DB86896-6D44-4835-9BA8-A1BF94831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DC1F-2282-40B4-BFEF-51F395DFE7F5}" type="datetimeFigureOut">
              <a:rPr lang="ko-KR" altLang="en-US" smtClean="0"/>
              <a:t>2021-05-06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E0E5A81-8C3C-4502-80B1-8C65B7B86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E2CD1E-F697-4E15-9CF3-0A57970E3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20D20-0770-4C30-8E65-315C3484E6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5058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C61EB2-7B89-4895-9A2B-712A04914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8B6930-821E-4FF4-8BA4-AAE32747F9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E73C18A-EA72-4352-8C84-E733C6AC5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82ACD95-C176-4B0E-A311-36D925573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DC1F-2282-40B4-BFEF-51F395DFE7F5}" type="datetimeFigureOut">
              <a:rPr lang="ko-KR" altLang="en-US" smtClean="0"/>
              <a:t>2021-05-06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345E39-6113-49FC-BC2F-F6AD84E4F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BD40FB-0D27-4F63-A844-706665D8A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20D20-0770-4C30-8E65-315C3484E6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4572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2D0677-4571-43E7-92B8-9131EA284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ABA5B1D-3018-47A1-BBF6-13EF6A76FE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849C5F-1DC6-4D8C-9B0C-998EA3B162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9C59D6-0F9A-4D12-B2E8-5D2E943DB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DC1F-2282-40B4-BFEF-51F395DFE7F5}" type="datetimeFigureOut">
              <a:rPr lang="ko-KR" altLang="en-US" smtClean="0"/>
              <a:t>2021-05-06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809B99-DC92-4736-A13F-54D59017C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B93A608-C07C-4F20-BFBB-4B15EFD56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20D20-0770-4C30-8E65-315C3484E6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2649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258DE1-ECF2-40C9-B822-FB2A46549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E71C6ED-12BA-46EF-A9FD-B900F18BAD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3089ED-987F-4395-8D7C-0504F788C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DC1F-2282-40B4-BFEF-51F395DFE7F5}" type="datetimeFigureOut">
              <a:rPr lang="ko-KR" altLang="en-US" smtClean="0"/>
              <a:t>2021-05-06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98C983-DF4E-4088-B606-3A2C27B24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D54DE7-70CC-4F09-82D4-201E671C4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20D20-0770-4C30-8E65-315C3484E6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9421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F26C8FB-CD0D-4BAB-9B76-5EC7BCA7303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2D1A3BD-15EA-4E54-992A-2405607ED8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7BDC1C9-E978-4E4C-A00C-836877C72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4DC1F-2282-40B4-BFEF-51F395DFE7F5}" type="datetimeFigureOut">
              <a:rPr lang="ko-KR" altLang="en-US" smtClean="0"/>
              <a:t>2021-05-06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747240-684F-4ACA-BD49-288E02B22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746750-D110-4C3A-BF00-DC468F3A9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20D20-0770-4C30-8E65-315C3484E6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1147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921218-990F-4E4C-9563-E8D2A23D3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6CA2DE6-A8A5-44EE-ABF7-05767F9C7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66D036-2E25-4B60-AA2F-E86402FF30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B4DC1F-2282-40B4-BFEF-51F395DFE7F5}" type="datetimeFigureOut">
              <a:rPr lang="ko-KR" altLang="en-US" smtClean="0"/>
              <a:t>2021-05-06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22C8D09-0CF2-4147-9BE3-9C4561B941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155042-1E3B-4352-A95E-D5F43C1ED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20D20-0770-4C30-8E65-315C3484E6B2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0244EB4-A03A-46D6-B075-8631A82B0A70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669418" y="6385099"/>
            <a:ext cx="853164" cy="30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929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BF2059-E1D7-4C43-90CB-461BDD8EC0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JavaScript</a:t>
            </a:r>
            <a:r>
              <a:rPr lang="ko-KR" altLang="en-US" dirty="0"/>
              <a:t> </a:t>
            </a:r>
            <a:r>
              <a:rPr lang="en-US" altLang="ko-KR" dirty="0"/>
              <a:t>#3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A2E16B5-2292-47B7-9CCE-F915DD9888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HTTP</a:t>
            </a:r>
            <a:r>
              <a:rPr lang="ko-KR" altLang="en-US" dirty="0"/>
              <a:t>와 </a:t>
            </a:r>
            <a:r>
              <a:rPr lang="en-US" altLang="ko-KR" dirty="0"/>
              <a:t>fetch </a:t>
            </a:r>
            <a:r>
              <a:rPr lang="en-US" altLang="ko-KR" dirty="0" err="1"/>
              <a:t>api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4860792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40BF22-88CC-4EBE-8EFF-DE1D59D0AF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1059" y="1186842"/>
            <a:ext cx="5513173" cy="4727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ko-KR" dirty="0"/>
              <a:t>http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77C51CDC-F398-4BAE-919B-3404D26A7101}"/>
              </a:ext>
            </a:extLst>
          </p:cNvPr>
          <p:cNvSpPr txBox="1">
            <a:spLocks/>
          </p:cNvSpPr>
          <p:nvPr/>
        </p:nvSpPr>
        <p:spPr>
          <a:xfrm>
            <a:off x="3571058" y="2119017"/>
            <a:ext cx="5513173" cy="4727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fetch </a:t>
            </a:r>
            <a:r>
              <a:rPr lang="en-US" altLang="ko-KR" dirty="0" err="1"/>
              <a:t>api</a:t>
            </a:r>
            <a:endParaRPr lang="en-US" altLang="ko-KR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6A8DF305-CE3F-4C75-8430-01FAA936A066}"/>
              </a:ext>
            </a:extLst>
          </p:cNvPr>
          <p:cNvSpPr txBox="1">
            <a:spLocks/>
          </p:cNvSpPr>
          <p:nvPr/>
        </p:nvSpPr>
        <p:spPr>
          <a:xfrm>
            <a:off x="3571058" y="3983367"/>
            <a:ext cx="5513173" cy="4727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promise</a:t>
            </a:r>
          </a:p>
        </p:txBody>
      </p: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226F46E-924B-45AF-A3C6-85355642ED91}"/>
              </a:ext>
            </a:extLst>
          </p:cNvPr>
          <p:cNvSpPr txBox="1">
            <a:spLocks/>
          </p:cNvSpPr>
          <p:nvPr/>
        </p:nvSpPr>
        <p:spPr>
          <a:xfrm>
            <a:off x="3571058" y="3051192"/>
            <a:ext cx="5513173" cy="4727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callback &amp; </a:t>
            </a:r>
            <a:r>
              <a:rPr lang="en-US" altLang="ko-KR" dirty="0" err="1"/>
              <a:t>asynchronicity</a:t>
            </a:r>
            <a:endParaRPr lang="en-US" altLang="ko-KR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B85E017A-67B2-4281-9BAC-072960ACCC9E}"/>
              </a:ext>
            </a:extLst>
          </p:cNvPr>
          <p:cNvSpPr txBox="1">
            <a:spLocks/>
          </p:cNvSpPr>
          <p:nvPr/>
        </p:nvSpPr>
        <p:spPr>
          <a:xfrm>
            <a:off x="3571057" y="4915542"/>
            <a:ext cx="5513173" cy="472732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ko-KR" dirty="0"/>
              <a:t>async &amp; await</a:t>
            </a:r>
          </a:p>
        </p:txBody>
      </p:sp>
    </p:spTree>
    <p:extLst>
      <p:ext uri="{BB962C8B-B14F-4D97-AF65-F5344CB8AC3E}">
        <p14:creationId xmlns:p14="http://schemas.microsoft.com/office/powerpoint/2010/main" val="3483933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API, 쉽게 알아보기">
            <a:extLst>
              <a:ext uri="{FF2B5EF4-FFF2-40B4-BE49-F238E27FC236}">
                <a16:creationId xmlns:a16="http://schemas.microsoft.com/office/drawing/2014/main" id="{1F53529D-5E63-474F-B4ED-D8E067CC43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61" t="63125" r="17311" b="3957"/>
          <a:stretch/>
        </p:blipFill>
        <p:spPr bwMode="auto">
          <a:xfrm>
            <a:off x="6096000" y="2155883"/>
            <a:ext cx="5721873" cy="2807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AF26A442-D5C9-417C-8671-C91D88A19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4127" y="2155883"/>
            <a:ext cx="5721873" cy="2546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5F697F6-C410-43C6-9063-9C81A27C1D6B}"/>
              </a:ext>
            </a:extLst>
          </p:cNvPr>
          <p:cNvSpPr txBox="1"/>
          <p:nvPr/>
        </p:nvSpPr>
        <p:spPr>
          <a:xfrm>
            <a:off x="6845643" y="4702116"/>
            <a:ext cx="44237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</a:rPr>
              <a:t>http://blog.wishket.com/api%EB%9E%80-%EC%89%BD%EA%B2%8C-%EC%84%A4%EB%AA%85-%EA%B7%B8%EB%A6%B0%ED%81%B4%EB%9D%BC%EC%9D%B4%EC%96%B8%ED%8A%B8/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12356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3198D5F-BDFB-45BD-8C82-E42E5F265A96}"/>
              </a:ext>
            </a:extLst>
          </p:cNvPr>
          <p:cNvSpPr txBox="1"/>
          <p:nvPr/>
        </p:nvSpPr>
        <p:spPr>
          <a:xfrm>
            <a:off x="2331185" y="3835766"/>
            <a:ext cx="7529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https://developer.mozilla.org/en-US/docs/Web/API/Fetch_API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7930D46-4C21-4696-8638-81DC47B838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1185" y="1943179"/>
            <a:ext cx="7529625" cy="158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7285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83D70D42-1C69-46F8-A0E2-0B986CACDF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8261"/>
          <a:stretch/>
        </p:blipFill>
        <p:spPr>
          <a:xfrm>
            <a:off x="2180561" y="770844"/>
            <a:ext cx="7830875" cy="2086587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88B1F9A-7A07-43A6-B608-A0D69D093D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226" t="11703" r="7914" b="14154"/>
          <a:stretch/>
        </p:blipFill>
        <p:spPr>
          <a:xfrm>
            <a:off x="2761474" y="2499741"/>
            <a:ext cx="6669051" cy="3473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328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6880DA1-7FFB-4C55-8617-71FFDC40AEF3}"/>
              </a:ext>
            </a:extLst>
          </p:cNvPr>
          <p:cNvSpPr txBox="1"/>
          <p:nvPr/>
        </p:nvSpPr>
        <p:spPr>
          <a:xfrm>
            <a:off x="2617323" y="1347600"/>
            <a:ext cx="6957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callback : </a:t>
            </a:r>
            <a:r>
              <a:rPr lang="ko-KR" altLang="en-US" dirty="0"/>
              <a:t>임의의 함수에서 인자로 받아들인 함수를 호출하는 것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D0C7E90-70FD-469F-AD90-44C2639254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644" y="1716933"/>
            <a:ext cx="3876052" cy="3424136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A8B5955-BA00-4835-B95B-DCA9F118753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81" t="8580" r="3209" b="8845"/>
          <a:stretch/>
        </p:blipFill>
        <p:spPr>
          <a:xfrm>
            <a:off x="4611890" y="2091445"/>
            <a:ext cx="7304493" cy="3696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54273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그림 9">
            <a:extLst>
              <a:ext uri="{FF2B5EF4-FFF2-40B4-BE49-F238E27FC236}">
                <a16:creationId xmlns:a16="http://schemas.microsoft.com/office/drawing/2014/main" id="{48A4DDA9-A021-4A0F-8F16-DC2EBB30A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37" y="1274411"/>
            <a:ext cx="3699258" cy="48870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3F2CB65-C749-4D0D-B8FE-B9AD6871E598}"/>
              </a:ext>
            </a:extLst>
          </p:cNvPr>
          <p:cNvSpPr txBox="1"/>
          <p:nvPr/>
        </p:nvSpPr>
        <p:spPr>
          <a:xfrm>
            <a:off x="1354472" y="696496"/>
            <a:ext cx="19575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asynchronicity</a:t>
            </a:r>
            <a:endParaRPr lang="ko-KR" altLang="en-US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F35715E4-176E-429C-B1CD-6E1B2240981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41" t="10966" r="4944" b="8574"/>
          <a:stretch/>
        </p:blipFill>
        <p:spPr>
          <a:xfrm>
            <a:off x="3935760" y="1687329"/>
            <a:ext cx="7937367" cy="416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283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83F2CB65-C749-4D0D-B8FE-B9AD6871E598}"/>
              </a:ext>
            </a:extLst>
          </p:cNvPr>
          <p:cNvSpPr txBox="1"/>
          <p:nvPr/>
        </p:nvSpPr>
        <p:spPr>
          <a:xfrm>
            <a:off x="1354472" y="696496"/>
            <a:ext cx="18309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synchronicity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1FE2430-E965-4EAE-A832-95C533A49F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37" y="1065828"/>
            <a:ext cx="9471075" cy="4916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88369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26B3611-350D-4F9A-AB38-F85BE4B75E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53" t="11524" r="7596" b="10539"/>
          <a:stretch/>
        </p:blipFill>
        <p:spPr>
          <a:xfrm>
            <a:off x="2734961" y="1311876"/>
            <a:ext cx="6722077" cy="42342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07F9CB-CFEC-4E3B-A8DA-88FDDF8C3E99}"/>
              </a:ext>
            </a:extLst>
          </p:cNvPr>
          <p:cNvSpPr txBox="1"/>
          <p:nvPr/>
        </p:nvSpPr>
        <p:spPr>
          <a:xfrm>
            <a:off x="1354472" y="696496"/>
            <a:ext cx="5639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callbacks hell -&gt; heavy code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607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26B3611-350D-4F9A-AB38-F85BE4B75E6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53" t="11524" r="7596" b="10539"/>
          <a:stretch/>
        </p:blipFill>
        <p:spPr>
          <a:xfrm>
            <a:off x="2734961" y="1311876"/>
            <a:ext cx="6722077" cy="423424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307F9CB-CFEC-4E3B-A8DA-88FDDF8C3E99}"/>
              </a:ext>
            </a:extLst>
          </p:cNvPr>
          <p:cNvSpPr txBox="1"/>
          <p:nvPr/>
        </p:nvSpPr>
        <p:spPr>
          <a:xfrm>
            <a:off x="1354472" y="696496"/>
            <a:ext cx="5639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callbacks hell -&gt; heavy code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1886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A753B8C5-241D-40CD-9D93-75FE0B9EBEDE}"/>
              </a:ext>
            </a:extLst>
          </p:cNvPr>
          <p:cNvGrpSpPr/>
          <p:nvPr/>
        </p:nvGrpSpPr>
        <p:grpSpPr>
          <a:xfrm>
            <a:off x="3339413" y="2785248"/>
            <a:ext cx="5513174" cy="1287503"/>
            <a:chOff x="3133467" y="2141497"/>
            <a:chExt cx="5513174" cy="1287503"/>
          </a:xfrm>
        </p:grpSpPr>
        <p:sp>
          <p:nvSpPr>
            <p:cNvPr id="6" name="내용 개체 틀 2">
              <a:extLst>
                <a:ext uri="{FF2B5EF4-FFF2-40B4-BE49-F238E27FC236}">
                  <a16:creationId xmlns:a16="http://schemas.microsoft.com/office/drawing/2014/main" id="{6A8DF305-CE3F-4C75-8430-01FAA936A066}"/>
                </a:ext>
              </a:extLst>
            </p:cNvPr>
            <p:cNvSpPr txBox="1">
              <a:spLocks/>
            </p:cNvSpPr>
            <p:nvPr/>
          </p:nvSpPr>
          <p:spPr>
            <a:xfrm>
              <a:off x="3133468" y="2141497"/>
              <a:ext cx="5513173" cy="47273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altLang="ko-KR" dirty="0"/>
                <a:t>promise</a:t>
              </a:r>
            </a:p>
          </p:txBody>
        </p:sp>
        <p:sp>
          <p:nvSpPr>
            <p:cNvPr id="8" name="내용 개체 틀 2">
              <a:extLst>
                <a:ext uri="{FF2B5EF4-FFF2-40B4-BE49-F238E27FC236}">
                  <a16:creationId xmlns:a16="http://schemas.microsoft.com/office/drawing/2014/main" id="{B85E017A-67B2-4281-9BAC-072960ACCC9E}"/>
                </a:ext>
              </a:extLst>
            </p:cNvPr>
            <p:cNvSpPr txBox="1">
              <a:spLocks/>
            </p:cNvSpPr>
            <p:nvPr/>
          </p:nvSpPr>
          <p:spPr>
            <a:xfrm>
              <a:off x="3133467" y="2956268"/>
              <a:ext cx="5513173" cy="47273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altLang="ko-KR" dirty="0">
                  <a:solidFill>
                    <a:schemeClr val="bg1">
                      <a:lumMod val="65000"/>
                    </a:schemeClr>
                  </a:solidFill>
                </a:rPr>
                <a:t>async &amp; await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9070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200597-C4E5-439F-B14B-F06F2955D446}"/>
              </a:ext>
            </a:extLst>
          </p:cNvPr>
          <p:cNvSpPr txBox="1"/>
          <p:nvPr/>
        </p:nvSpPr>
        <p:spPr>
          <a:xfrm>
            <a:off x="2240569" y="5318578"/>
            <a:ext cx="75296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https://developer.mozilla.org/en-US/docs/Web/API/Fetch_API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FEFD8E-5A6B-44C4-A7A3-3B4779B84B53}"/>
              </a:ext>
            </a:extLst>
          </p:cNvPr>
          <p:cNvSpPr txBox="1"/>
          <p:nvPr/>
        </p:nvSpPr>
        <p:spPr>
          <a:xfrm>
            <a:off x="1802147" y="919522"/>
            <a:ext cx="84064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200" b="1" i="0" u="none" strike="noStrike" cap="none" normalizeH="0" baseline="0" dirty="0" err="1">
                <a:ln>
                  <a:noFill/>
                </a:ln>
                <a:solidFill>
                  <a:srgbClr val="212121"/>
                </a:solidFill>
                <a:effectLst/>
                <a:latin typeface="Consolas" panose="020B0609020204030204" pitchFamily="49" charset="0"/>
                <a:cs typeface="Arial" panose="020B0604020202020204" pitchFamily="34" charset="0"/>
              </a:rPr>
              <a:t>Promise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객체는 비동기 작업이 맞이할 미래의 완료 또는 실패와 그 결과 값을 나타냅니다.</a:t>
            </a:r>
            <a:r>
              <a:rPr kumimoji="0" lang="ko-KR" altLang="ko-KR" sz="10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7" name="Picture 3">
            <a:extLst>
              <a:ext uri="{FF2B5EF4-FFF2-40B4-BE49-F238E27FC236}">
                <a16:creationId xmlns:a16="http://schemas.microsoft.com/office/drawing/2014/main" id="{F6A8E317-EC2C-43AF-A8C9-97434EDF0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1237" y="1652074"/>
            <a:ext cx="7629525" cy="2828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5882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B2608B8-D51D-48FC-9B77-06A1EB64074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284" t="17721" r="6554" b="17061"/>
          <a:stretch/>
        </p:blipFill>
        <p:spPr>
          <a:xfrm>
            <a:off x="1354472" y="1110997"/>
            <a:ext cx="5977565" cy="160328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88C33EA3-6599-4F7A-893D-29933659E7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830" t="17754" r="12516" b="18276"/>
          <a:stretch/>
        </p:blipFill>
        <p:spPr>
          <a:xfrm>
            <a:off x="1354472" y="3024219"/>
            <a:ext cx="2212512" cy="1331231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1334574-065E-42FB-B8FB-581344822DF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488" t="14691" r="11582" b="15513"/>
          <a:stretch/>
        </p:blipFill>
        <p:spPr>
          <a:xfrm>
            <a:off x="4291913" y="3024219"/>
            <a:ext cx="2767914" cy="187932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7BE9183-F255-442F-915E-57AB04186FB8}"/>
              </a:ext>
            </a:extLst>
          </p:cNvPr>
          <p:cNvSpPr txBox="1"/>
          <p:nvPr/>
        </p:nvSpPr>
        <p:spPr>
          <a:xfrm>
            <a:off x="1354472" y="696496"/>
            <a:ext cx="5639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How to handle promise?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D852147-0C5C-4FAE-AFEE-8E447CEB6773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973" t="11051" r="9123" b="10156"/>
          <a:stretch/>
        </p:blipFill>
        <p:spPr>
          <a:xfrm>
            <a:off x="7900088" y="3024219"/>
            <a:ext cx="3654132" cy="3145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2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AA2D260C-448A-4DFE-B827-AB3BDF3B54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272" t="10451" r="7272" b="10629"/>
          <a:stretch/>
        </p:blipFill>
        <p:spPr>
          <a:xfrm>
            <a:off x="1354472" y="1177317"/>
            <a:ext cx="4930998" cy="314530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F9722C-0CE6-49B7-A1B3-438355CA2958}"/>
              </a:ext>
            </a:extLst>
          </p:cNvPr>
          <p:cNvSpPr txBox="1"/>
          <p:nvPr/>
        </p:nvSpPr>
        <p:spPr>
          <a:xfrm>
            <a:off x="1354472" y="696496"/>
            <a:ext cx="5639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Error Handling</a:t>
            </a:r>
            <a:endParaRPr lang="ko-KR" altLang="en-US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2358620-DBCA-4062-AC9F-C1858D9B24E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620" t="19329" r="12202" b="19246"/>
          <a:stretch/>
        </p:blipFill>
        <p:spPr>
          <a:xfrm>
            <a:off x="1266241" y="4642724"/>
            <a:ext cx="2907957" cy="151878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4FAB574C-5DCF-4E10-96A5-F78EEA628D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834" t="22700" r="9834" b="21883"/>
          <a:stretch/>
        </p:blipFill>
        <p:spPr>
          <a:xfrm>
            <a:off x="5354594" y="4642724"/>
            <a:ext cx="4939770" cy="151878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7F3609E-BF36-4599-9E73-42788170B8E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9689" t="14415" r="9689" b="14474"/>
          <a:stretch/>
        </p:blipFill>
        <p:spPr>
          <a:xfrm>
            <a:off x="6739865" y="1177317"/>
            <a:ext cx="3554499" cy="2116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4198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1F9722C-0CE6-49B7-A1B3-438355CA2958}"/>
              </a:ext>
            </a:extLst>
          </p:cNvPr>
          <p:cNvSpPr txBox="1"/>
          <p:nvPr/>
        </p:nvSpPr>
        <p:spPr>
          <a:xfrm>
            <a:off x="3276274" y="3059668"/>
            <a:ext cx="5639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예제</a:t>
            </a:r>
          </a:p>
        </p:txBody>
      </p:sp>
    </p:spTree>
    <p:extLst>
      <p:ext uri="{BB962C8B-B14F-4D97-AF65-F5344CB8AC3E}">
        <p14:creationId xmlns:p14="http://schemas.microsoft.com/office/powerpoint/2010/main" val="12646349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A753B8C5-241D-40CD-9D93-75FE0B9EBEDE}"/>
              </a:ext>
            </a:extLst>
          </p:cNvPr>
          <p:cNvGrpSpPr/>
          <p:nvPr/>
        </p:nvGrpSpPr>
        <p:grpSpPr>
          <a:xfrm>
            <a:off x="3339413" y="2785248"/>
            <a:ext cx="5513174" cy="1287503"/>
            <a:chOff x="3133467" y="2141497"/>
            <a:chExt cx="5513174" cy="1287503"/>
          </a:xfrm>
        </p:grpSpPr>
        <p:sp>
          <p:nvSpPr>
            <p:cNvPr id="6" name="내용 개체 틀 2">
              <a:extLst>
                <a:ext uri="{FF2B5EF4-FFF2-40B4-BE49-F238E27FC236}">
                  <a16:creationId xmlns:a16="http://schemas.microsoft.com/office/drawing/2014/main" id="{6A8DF305-CE3F-4C75-8430-01FAA936A066}"/>
                </a:ext>
              </a:extLst>
            </p:cNvPr>
            <p:cNvSpPr txBox="1">
              <a:spLocks/>
            </p:cNvSpPr>
            <p:nvPr/>
          </p:nvSpPr>
          <p:spPr>
            <a:xfrm>
              <a:off x="3133468" y="2141497"/>
              <a:ext cx="5513173" cy="47273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altLang="ko-KR" dirty="0">
                  <a:solidFill>
                    <a:schemeClr val="bg1">
                      <a:lumMod val="65000"/>
                    </a:schemeClr>
                  </a:solidFill>
                </a:rPr>
                <a:t>promise</a:t>
              </a:r>
            </a:p>
          </p:txBody>
        </p:sp>
        <p:sp>
          <p:nvSpPr>
            <p:cNvPr id="8" name="내용 개체 틀 2">
              <a:extLst>
                <a:ext uri="{FF2B5EF4-FFF2-40B4-BE49-F238E27FC236}">
                  <a16:creationId xmlns:a16="http://schemas.microsoft.com/office/drawing/2014/main" id="{B85E017A-67B2-4281-9BAC-072960ACCC9E}"/>
                </a:ext>
              </a:extLst>
            </p:cNvPr>
            <p:cNvSpPr txBox="1">
              <a:spLocks/>
            </p:cNvSpPr>
            <p:nvPr/>
          </p:nvSpPr>
          <p:spPr>
            <a:xfrm>
              <a:off x="3133467" y="2956268"/>
              <a:ext cx="5513173" cy="47273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 lnSpcReduction="10000"/>
            </a:bodyPr>
            <a:lstStyle>
              <a:lvl1pPr marL="228600" indent="-228600" algn="l" defTabSz="914400" rtl="0" eaLnBrk="1" latinLnBrk="1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1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Font typeface="Arial" panose="020B0604020202020204" pitchFamily="34" charset="0"/>
                <a:buNone/>
              </a:pPr>
              <a:r>
                <a:rPr lang="en-US" altLang="ko-KR" dirty="0"/>
                <a:t>async &amp; await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65909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B57FAF-7982-4E4C-8E02-2164BEE02F4E}"/>
              </a:ext>
            </a:extLst>
          </p:cNvPr>
          <p:cNvSpPr txBox="1"/>
          <p:nvPr/>
        </p:nvSpPr>
        <p:spPr>
          <a:xfrm>
            <a:off x="1354472" y="696496"/>
            <a:ext cx="5639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나눔스퀘어라운드 Regular" panose="020B0600000101010101" pitchFamily="50" charset="-127"/>
                <a:cs typeface="+mn-cs"/>
              </a:rPr>
              <a:t>async &amp; await</a:t>
            </a:r>
            <a:endParaRPr lang="ko-KR" altLang="ko-KR" dirty="0">
              <a:effectLst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650D58-1A3C-4A14-9A60-650157DCA7FD}"/>
              </a:ext>
            </a:extLst>
          </p:cNvPr>
          <p:cNvSpPr txBox="1"/>
          <p:nvPr/>
        </p:nvSpPr>
        <p:spPr>
          <a:xfrm>
            <a:off x="1064815" y="5335054"/>
            <a:ext cx="100623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https://developer.mozilla.org/ko/docs/Web/JavaScript/Reference/Operators/await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06045C-6D7C-4EC2-ACC0-C57EB345C537}"/>
              </a:ext>
            </a:extLst>
          </p:cNvPr>
          <p:cNvSpPr txBox="1"/>
          <p:nvPr/>
        </p:nvSpPr>
        <p:spPr>
          <a:xfrm>
            <a:off x="1354472" y="1710546"/>
            <a:ext cx="9206436" cy="2979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indent="-171450" algn="l" rtl="0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ko-KR" sz="1600" dirty="0">
                <a:effectLst/>
              </a:rPr>
              <a:t>await </a:t>
            </a:r>
            <a:r>
              <a:rPr lang="ko-KR" altLang="en-US" sz="1600" dirty="0">
                <a:effectLst/>
              </a:rPr>
              <a:t>연산자는 </a:t>
            </a:r>
            <a:r>
              <a:rPr lang="en-US" altLang="ko-KR" sz="1600" dirty="0">
                <a:effectLst/>
              </a:rPr>
              <a:t>Promise</a:t>
            </a:r>
            <a:r>
              <a:rPr lang="ko-KR" altLang="en-US" sz="1600" dirty="0">
                <a:effectLst/>
              </a:rPr>
              <a:t>를 기다리기 위해 사용됩니다</a:t>
            </a:r>
            <a:r>
              <a:rPr lang="en-US" altLang="ko-KR" sz="1600" dirty="0">
                <a:effectLst/>
              </a:rPr>
              <a:t>.</a:t>
            </a:r>
          </a:p>
          <a:p>
            <a:pPr marL="171450" marR="0" indent="-171450" algn="l" rtl="0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ko-KR" altLang="en-US" sz="1600" dirty="0">
                <a:effectLst/>
              </a:rPr>
              <a:t>연산자는 </a:t>
            </a:r>
            <a:r>
              <a:rPr lang="en-US" altLang="ko-KR" sz="1600" dirty="0">
                <a:effectLst/>
              </a:rPr>
              <a:t>async function </a:t>
            </a:r>
            <a:r>
              <a:rPr lang="ko-KR" altLang="en-US" sz="1600" dirty="0">
                <a:effectLst/>
              </a:rPr>
              <a:t>내부에서만 사용할 수 있습니다</a:t>
            </a:r>
            <a:r>
              <a:rPr lang="en-US" altLang="ko-KR" sz="1600" dirty="0">
                <a:effectLst/>
              </a:rPr>
              <a:t>.</a:t>
            </a:r>
          </a:p>
          <a:p>
            <a:pPr marL="171450" marR="0" indent="-171450" algn="l" rtl="0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ko-KR" sz="1600" dirty="0">
                <a:effectLst/>
              </a:rPr>
              <a:t>await </a:t>
            </a:r>
            <a:r>
              <a:rPr lang="ko-KR" altLang="en-US" sz="1600" dirty="0">
                <a:effectLst/>
              </a:rPr>
              <a:t>문은 </a:t>
            </a:r>
            <a:r>
              <a:rPr lang="en-US" altLang="ko-KR" sz="1600" dirty="0">
                <a:effectLst/>
              </a:rPr>
              <a:t>Promise</a:t>
            </a:r>
            <a:r>
              <a:rPr lang="ko-KR" altLang="en-US" sz="1600" dirty="0">
                <a:effectLst/>
              </a:rPr>
              <a:t>가 </a:t>
            </a:r>
            <a:r>
              <a:rPr lang="en-US" altLang="ko-KR" sz="1600" dirty="0">
                <a:effectLst/>
              </a:rPr>
              <a:t>fulfill</a:t>
            </a:r>
            <a:r>
              <a:rPr lang="ko-KR" altLang="en-US" sz="1600" dirty="0">
                <a:effectLst/>
              </a:rPr>
              <a:t>되거나 </a:t>
            </a:r>
            <a:r>
              <a:rPr lang="en-US" altLang="ko-KR" sz="1600" dirty="0">
                <a:effectLst/>
              </a:rPr>
              <a:t>reject </a:t>
            </a:r>
            <a:r>
              <a:rPr lang="ko-KR" altLang="en-US" sz="1600" dirty="0">
                <a:effectLst/>
              </a:rPr>
              <a:t>될 때까지 </a:t>
            </a:r>
            <a:r>
              <a:rPr lang="en-US" altLang="ko-KR" sz="1600" dirty="0">
                <a:effectLst/>
              </a:rPr>
              <a:t>async </a:t>
            </a:r>
            <a:r>
              <a:rPr lang="ko-KR" altLang="en-US" sz="1600" dirty="0">
                <a:effectLst/>
              </a:rPr>
              <a:t>함수의 실행을 일시 정지하고</a:t>
            </a:r>
            <a:r>
              <a:rPr lang="en-US" altLang="ko-KR" sz="1600" dirty="0">
                <a:effectLst/>
              </a:rPr>
              <a:t>,</a:t>
            </a:r>
          </a:p>
          <a:p>
            <a:pPr marL="171450" marR="0" indent="-171450" algn="l" rtl="0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ko-KR" sz="1600" dirty="0">
                <a:effectLst/>
              </a:rPr>
              <a:t>Promise</a:t>
            </a:r>
            <a:r>
              <a:rPr lang="ko-KR" altLang="en-US" sz="1600" dirty="0">
                <a:effectLst/>
              </a:rPr>
              <a:t>가 </a:t>
            </a:r>
            <a:r>
              <a:rPr lang="en-US" altLang="ko-KR" sz="1600" dirty="0">
                <a:effectLst/>
              </a:rPr>
              <a:t>fulfill</a:t>
            </a:r>
            <a:r>
              <a:rPr lang="ko-KR" altLang="en-US" sz="1600" dirty="0">
                <a:effectLst/>
              </a:rPr>
              <a:t>되면 </a:t>
            </a:r>
            <a:r>
              <a:rPr lang="en-US" altLang="ko-KR" sz="1600" dirty="0">
                <a:effectLst/>
              </a:rPr>
              <a:t>async </a:t>
            </a:r>
            <a:r>
              <a:rPr lang="ko-KR" altLang="en-US" sz="1600" dirty="0">
                <a:effectLst/>
              </a:rPr>
              <a:t>함수를 일시 정지한 부분부터 실행합니다</a:t>
            </a:r>
            <a:r>
              <a:rPr lang="en-US" altLang="ko-KR" sz="1600" dirty="0">
                <a:effectLst/>
              </a:rPr>
              <a:t>.</a:t>
            </a:r>
          </a:p>
          <a:p>
            <a:pPr marL="171450" marR="0" indent="-171450" algn="l" rtl="0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ko-KR" altLang="en-US" sz="1600" dirty="0">
                <a:effectLst/>
              </a:rPr>
              <a:t>이때  </a:t>
            </a:r>
            <a:r>
              <a:rPr lang="en-US" altLang="ko-KR" sz="1600" dirty="0">
                <a:effectLst/>
              </a:rPr>
              <a:t>await </a:t>
            </a:r>
            <a:r>
              <a:rPr lang="ko-KR" altLang="en-US" sz="1600" dirty="0">
                <a:effectLst/>
              </a:rPr>
              <a:t>문의 </a:t>
            </a:r>
            <a:r>
              <a:rPr lang="ko-KR" altLang="en-US" sz="1600" dirty="0" err="1">
                <a:effectLst/>
              </a:rPr>
              <a:t>반환값은</a:t>
            </a:r>
            <a:r>
              <a:rPr lang="ko-KR" altLang="en-US" sz="1600" dirty="0">
                <a:effectLst/>
              </a:rPr>
              <a:t> </a:t>
            </a:r>
            <a:r>
              <a:rPr lang="en-US" altLang="ko-KR" sz="1600" dirty="0">
                <a:effectLst/>
              </a:rPr>
              <a:t>Promise </a:t>
            </a:r>
            <a:r>
              <a:rPr lang="ko-KR" altLang="en-US" sz="1600" dirty="0">
                <a:effectLst/>
              </a:rPr>
              <a:t>에서 </a:t>
            </a:r>
            <a:r>
              <a:rPr lang="en-US" altLang="ko-KR" sz="1600" dirty="0">
                <a:effectLst/>
              </a:rPr>
              <a:t>fulfill</a:t>
            </a:r>
            <a:r>
              <a:rPr lang="ko-KR" altLang="en-US" sz="1600" dirty="0">
                <a:effectLst/>
              </a:rPr>
              <a:t>된 값이 됩니다</a:t>
            </a:r>
            <a:r>
              <a:rPr lang="en-US" altLang="ko-KR" sz="1600" dirty="0">
                <a:effectLst/>
              </a:rPr>
              <a:t>.</a:t>
            </a:r>
          </a:p>
          <a:p>
            <a:pPr marL="171450" marR="0" indent="-171450" algn="l" rtl="0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ko-KR" altLang="en-US" sz="1600" dirty="0">
                <a:effectLst/>
              </a:rPr>
              <a:t>만약 </a:t>
            </a:r>
            <a:r>
              <a:rPr lang="en-US" altLang="ko-KR" sz="1600" dirty="0">
                <a:effectLst/>
              </a:rPr>
              <a:t>Promise</a:t>
            </a:r>
            <a:r>
              <a:rPr lang="ko-KR" altLang="en-US" sz="1600" dirty="0">
                <a:effectLst/>
              </a:rPr>
              <a:t>가 </a:t>
            </a:r>
            <a:r>
              <a:rPr lang="en-US" altLang="ko-KR" sz="1600" dirty="0">
                <a:effectLst/>
              </a:rPr>
              <a:t>reject</a:t>
            </a:r>
            <a:r>
              <a:rPr lang="ko-KR" altLang="en-US" sz="1600" dirty="0">
                <a:effectLst/>
              </a:rPr>
              <a:t>되면</a:t>
            </a:r>
            <a:r>
              <a:rPr lang="en-US" altLang="ko-KR" sz="1600" dirty="0">
                <a:effectLst/>
              </a:rPr>
              <a:t>, await </a:t>
            </a:r>
            <a:r>
              <a:rPr lang="ko-KR" altLang="en-US" sz="1600" dirty="0">
                <a:effectLst/>
              </a:rPr>
              <a:t>문은 </a:t>
            </a:r>
            <a:r>
              <a:rPr lang="en-US" altLang="ko-KR" sz="1600" dirty="0">
                <a:effectLst/>
              </a:rPr>
              <a:t>reject</a:t>
            </a:r>
            <a:r>
              <a:rPr lang="ko-KR" altLang="en-US" sz="1600" dirty="0">
                <a:effectLst/>
              </a:rPr>
              <a:t>된 값을 </a:t>
            </a:r>
            <a:r>
              <a:rPr lang="en-US" altLang="ko-KR" sz="1600" dirty="0">
                <a:effectLst/>
              </a:rPr>
              <a:t>throw</a:t>
            </a:r>
            <a:r>
              <a:rPr lang="ko-KR" altLang="en-US" sz="1600" dirty="0">
                <a:effectLst/>
              </a:rPr>
              <a:t>합니다</a:t>
            </a:r>
            <a:r>
              <a:rPr lang="en-US" altLang="ko-KR" sz="1600" dirty="0">
                <a:effectLst/>
              </a:rPr>
              <a:t>.</a:t>
            </a:r>
            <a:endParaRPr lang="ko-KR" altLang="ko-KR" sz="16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02541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B57FAF-7982-4E4C-8E02-2164BEE02F4E}"/>
              </a:ext>
            </a:extLst>
          </p:cNvPr>
          <p:cNvSpPr txBox="1"/>
          <p:nvPr/>
        </p:nvSpPr>
        <p:spPr>
          <a:xfrm>
            <a:off x="1354472" y="696496"/>
            <a:ext cx="5639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나눔스퀘어라운드 Regular" panose="020B0600000101010101" pitchFamily="50" charset="-127"/>
                <a:cs typeface="+mn-cs"/>
              </a:rPr>
              <a:t>async &amp; await</a:t>
            </a:r>
            <a:endParaRPr lang="ko-KR" altLang="ko-KR" dirty="0"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06045C-6D7C-4EC2-ACC0-C57EB345C537}"/>
              </a:ext>
            </a:extLst>
          </p:cNvPr>
          <p:cNvSpPr txBox="1"/>
          <p:nvPr/>
        </p:nvSpPr>
        <p:spPr>
          <a:xfrm>
            <a:off x="6606745" y="1710546"/>
            <a:ext cx="5140412" cy="3480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indent="-171450" algn="l" rtl="0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ko-KR" sz="1400" dirty="0">
                <a:effectLst/>
              </a:rPr>
              <a:t>await </a:t>
            </a:r>
            <a:r>
              <a:rPr lang="ko-KR" altLang="en-US" sz="1400" dirty="0">
                <a:effectLst/>
              </a:rPr>
              <a:t>연산자는 </a:t>
            </a:r>
            <a:r>
              <a:rPr lang="en-US" altLang="ko-KR" sz="1400" dirty="0">
                <a:effectLst/>
              </a:rPr>
              <a:t>Promise</a:t>
            </a:r>
            <a:r>
              <a:rPr lang="ko-KR" altLang="en-US" sz="1400" dirty="0">
                <a:effectLst/>
              </a:rPr>
              <a:t>를 기다리기 위해 사용됩니다</a:t>
            </a:r>
            <a:r>
              <a:rPr lang="en-US" altLang="ko-KR" sz="1400" dirty="0">
                <a:effectLst/>
              </a:rPr>
              <a:t>.</a:t>
            </a:r>
          </a:p>
          <a:p>
            <a:pPr marL="171450" marR="0" indent="-171450" algn="l" rtl="0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ko-KR" altLang="en-US" sz="1400" dirty="0">
                <a:effectLst/>
              </a:rPr>
              <a:t>연산자는 </a:t>
            </a:r>
            <a:r>
              <a:rPr lang="en-US" altLang="ko-KR" sz="1400" dirty="0">
                <a:effectLst/>
              </a:rPr>
              <a:t>async function </a:t>
            </a:r>
            <a:r>
              <a:rPr lang="ko-KR" altLang="en-US" sz="1400" dirty="0">
                <a:effectLst/>
              </a:rPr>
              <a:t>내부에서만 사용할 수 있습니다</a:t>
            </a:r>
            <a:r>
              <a:rPr lang="en-US" altLang="ko-KR" sz="1400" dirty="0">
                <a:effectLst/>
              </a:rPr>
              <a:t>.</a:t>
            </a:r>
          </a:p>
          <a:p>
            <a:pPr marL="171450" marR="0" indent="-171450" algn="l" rtl="0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ko-KR" sz="1400" dirty="0">
                <a:effectLst/>
              </a:rPr>
              <a:t>await </a:t>
            </a:r>
            <a:r>
              <a:rPr lang="ko-KR" altLang="en-US" sz="1400" dirty="0">
                <a:effectLst/>
              </a:rPr>
              <a:t>문은 </a:t>
            </a:r>
            <a:r>
              <a:rPr lang="en-US" altLang="ko-KR" sz="1400" dirty="0">
                <a:effectLst/>
              </a:rPr>
              <a:t>Promise</a:t>
            </a:r>
            <a:r>
              <a:rPr lang="ko-KR" altLang="en-US" sz="1400" dirty="0">
                <a:effectLst/>
              </a:rPr>
              <a:t>가 </a:t>
            </a:r>
            <a:r>
              <a:rPr lang="en-US" altLang="ko-KR" sz="1400" dirty="0">
                <a:effectLst/>
              </a:rPr>
              <a:t>fulfill</a:t>
            </a:r>
            <a:r>
              <a:rPr lang="ko-KR" altLang="en-US" sz="1400" dirty="0">
                <a:effectLst/>
              </a:rPr>
              <a:t>되거나 </a:t>
            </a:r>
            <a:r>
              <a:rPr lang="en-US" altLang="ko-KR" sz="1400" dirty="0">
                <a:effectLst/>
              </a:rPr>
              <a:t>reject </a:t>
            </a:r>
            <a:r>
              <a:rPr lang="ko-KR" altLang="en-US" sz="1400" dirty="0">
                <a:effectLst/>
              </a:rPr>
              <a:t>될 때까지 </a:t>
            </a:r>
            <a:r>
              <a:rPr lang="en-US" altLang="ko-KR" sz="1400" dirty="0">
                <a:effectLst/>
              </a:rPr>
              <a:t>async </a:t>
            </a:r>
            <a:r>
              <a:rPr lang="ko-KR" altLang="en-US" sz="1400" dirty="0">
                <a:effectLst/>
              </a:rPr>
              <a:t>함수의 실행을 일시 정지하고</a:t>
            </a:r>
            <a:r>
              <a:rPr lang="en-US" altLang="ko-KR" sz="1400" dirty="0">
                <a:effectLst/>
              </a:rPr>
              <a:t>,</a:t>
            </a:r>
          </a:p>
          <a:p>
            <a:pPr marL="171450" marR="0" indent="-171450" algn="l" rtl="0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en-US" altLang="ko-KR" sz="1400" dirty="0">
                <a:effectLst/>
              </a:rPr>
              <a:t>Promise</a:t>
            </a:r>
            <a:r>
              <a:rPr lang="ko-KR" altLang="en-US" sz="1400" dirty="0">
                <a:effectLst/>
              </a:rPr>
              <a:t>가 </a:t>
            </a:r>
            <a:r>
              <a:rPr lang="en-US" altLang="ko-KR" sz="1400" dirty="0">
                <a:effectLst/>
              </a:rPr>
              <a:t>fulfill</a:t>
            </a:r>
            <a:r>
              <a:rPr lang="ko-KR" altLang="en-US" sz="1400" dirty="0">
                <a:effectLst/>
              </a:rPr>
              <a:t>되면 </a:t>
            </a:r>
            <a:r>
              <a:rPr lang="en-US" altLang="ko-KR" sz="1400" dirty="0">
                <a:effectLst/>
              </a:rPr>
              <a:t>async </a:t>
            </a:r>
            <a:r>
              <a:rPr lang="ko-KR" altLang="en-US" sz="1400" dirty="0">
                <a:effectLst/>
              </a:rPr>
              <a:t>함수를 일시 정지한 부분부터 실행합니다</a:t>
            </a:r>
            <a:r>
              <a:rPr lang="en-US" altLang="ko-KR" sz="1400" dirty="0">
                <a:effectLst/>
              </a:rPr>
              <a:t>.</a:t>
            </a:r>
          </a:p>
          <a:p>
            <a:pPr marL="171450" marR="0" indent="-171450" algn="l" rtl="0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ko-KR" altLang="en-US" sz="1400" dirty="0">
                <a:effectLst/>
              </a:rPr>
              <a:t>이때  </a:t>
            </a:r>
            <a:r>
              <a:rPr lang="en-US" altLang="ko-KR" sz="1400" dirty="0">
                <a:effectLst/>
              </a:rPr>
              <a:t>await </a:t>
            </a:r>
            <a:r>
              <a:rPr lang="ko-KR" altLang="en-US" sz="1400" dirty="0">
                <a:effectLst/>
              </a:rPr>
              <a:t>문의 </a:t>
            </a:r>
            <a:r>
              <a:rPr lang="ko-KR" altLang="en-US" sz="1400" dirty="0" err="1">
                <a:effectLst/>
              </a:rPr>
              <a:t>반환값은</a:t>
            </a:r>
            <a:r>
              <a:rPr lang="ko-KR" altLang="en-US" sz="1400" dirty="0">
                <a:effectLst/>
              </a:rPr>
              <a:t> </a:t>
            </a:r>
            <a:r>
              <a:rPr lang="en-US" altLang="ko-KR" sz="1400" dirty="0">
                <a:effectLst/>
              </a:rPr>
              <a:t>Promise </a:t>
            </a:r>
            <a:r>
              <a:rPr lang="ko-KR" altLang="en-US" sz="1400" dirty="0">
                <a:effectLst/>
              </a:rPr>
              <a:t>에서 </a:t>
            </a:r>
            <a:r>
              <a:rPr lang="en-US" altLang="ko-KR" sz="1400" dirty="0">
                <a:effectLst/>
              </a:rPr>
              <a:t>fulfill</a:t>
            </a:r>
            <a:r>
              <a:rPr lang="ko-KR" altLang="en-US" sz="1400" dirty="0">
                <a:effectLst/>
              </a:rPr>
              <a:t>된 값이 됩니다</a:t>
            </a:r>
            <a:r>
              <a:rPr lang="en-US" altLang="ko-KR" sz="1400" dirty="0">
                <a:effectLst/>
              </a:rPr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B79B524-C308-4200-B12D-4EEE030057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759" t="9009" r="7655" b="8589"/>
          <a:stretch/>
        </p:blipFill>
        <p:spPr>
          <a:xfrm>
            <a:off x="1354472" y="1502433"/>
            <a:ext cx="4959562" cy="4184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3522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EB57FAF-7982-4E4C-8E02-2164BEE02F4E}"/>
              </a:ext>
            </a:extLst>
          </p:cNvPr>
          <p:cNvSpPr txBox="1"/>
          <p:nvPr/>
        </p:nvSpPr>
        <p:spPr>
          <a:xfrm>
            <a:off x="1354472" y="696496"/>
            <a:ext cx="5639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나눔스퀘어라운드 Regular" panose="020B0600000101010101" pitchFamily="50" charset="-127"/>
                <a:cs typeface="+mn-cs"/>
              </a:rPr>
              <a:t>async &amp; await: error handling</a:t>
            </a:r>
            <a:endParaRPr lang="ko-KR" altLang="ko-KR" dirty="0">
              <a:effectLst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206045C-6D7C-4EC2-ACC0-C57EB345C537}"/>
              </a:ext>
            </a:extLst>
          </p:cNvPr>
          <p:cNvSpPr txBox="1"/>
          <p:nvPr/>
        </p:nvSpPr>
        <p:spPr>
          <a:xfrm>
            <a:off x="6606745" y="1710546"/>
            <a:ext cx="5140412" cy="895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marR="0" indent="-171450" algn="l" rtl="0" eaLnBrk="0" fontAlgn="base" latinLnBrk="0" hangingPunct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ü"/>
            </a:pPr>
            <a:r>
              <a:rPr lang="ko-KR" altLang="en-US" sz="1400" dirty="0">
                <a:effectLst/>
              </a:rPr>
              <a:t>만약 </a:t>
            </a:r>
            <a:r>
              <a:rPr lang="en-US" altLang="ko-KR" sz="1400" dirty="0">
                <a:effectLst/>
              </a:rPr>
              <a:t>Promise</a:t>
            </a:r>
            <a:r>
              <a:rPr lang="ko-KR" altLang="en-US" sz="1400" dirty="0">
                <a:effectLst/>
              </a:rPr>
              <a:t>가 </a:t>
            </a:r>
            <a:r>
              <a:rPr lang="en-US" altLang="ko-KR" sz="1400" dirty="0">
                <a:effectLst/>
              </a:rPr>
              <a:t>reject</a:t>
            </a:r>
            <a:r>
              <a:rPr lang="ko-KR" altLang="en-US" sz="1400" dirty="0">
                <a:effectLst/>
              </a:rPr>
              <a:t>되면</a:t>
            </a:r>
            <a:r>
              <a:rPr lang="en-US" altLang="ko-KR" sz="1400" dirty="0">
                <a:effectLst/>
              </a:rPr>
              <a:t>, await </a:t>
            </a:r>
            <a:r>
              <a:rPr lang="ko-KR" altLang="en-US" sz="1400" dirty="0">
                <a:effectLst/>
              </a:rPr>
              <a:t>문은 </a:t>
            </a:r>
            <a:r>
              <a:rPr lang="en-US" altLang="ko-KR" sz="1400" dirty="0">
                <a:effectLst/>
              </a:rPr>
              <a:t>reject</a:t>
            </a:r>
            <a:r>
              <a:rPr lang="ko-KR" altLang="en-US" sz="1400" dirty="0">
                <a:effectLst/>
              </a:rPr>
              <a:t>된 값을 </a:t>
            </a:r>
            <a:r>
              <a:rPr lang="en-US" altLang="ko-KR" sz="1400" dirty="0">
                <a:effectLst/>
              </a:rPr>
              <a:t>throw</a:t>
            </a:r>
            <a:r>
              <a:rPr lang="ko-KR" altLang="en-US" sz="1400" dirty="0">
                <a:effectLst/>
              </a:rPr>
              <a:t>합니다</a:t>
            </a:r>
            <a:r>
              <a:rPr lang="en-US" altLang="ko-KR" sz="1400" dirty="0">
                <a:effectLst/>
              </a:rPr>
              <a:t>.</a:t>
            </a:r>
            <a:endParaRPr lang="ko-KR" altLang="ko-KR" sz="1400" dirty="0">
              <a:effectLst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D9A5CD0-17F8-4EE8-9516-25746810F3D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101" t="13694" r="8779" b="13513"/>
          <a:stretch/>
        </p:blipFill>
        <p:spPr>
          <a:xfrm>
            <a:off x="1120346" y="1588836"/>
            <a:ext cx="4219955" cy="250224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8FB1D0A5-F2CB-4731-BF45-56D7BDFB65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487" t="16975" r="6688" b="17396"/>
          <a:stretch/>
        </p:blipFill>
        <p:spPr>
          <a:xfrm>
            <a:off x="1046205" y="4216579"/>
            <a:ext cx="6936260" cy="2105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757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41A41E5-D514-454D-91E1-BDC39BEDC3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9084" t="11893" r="9084" b="11591"/>
          <a:stretch/>
        </p:blipFill>
        <p:spPr>
          <a:xfrm>
            <a:off x="881449" y="1820566"/>
            <a:ext cx="4349577" cy="313425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E7AD3E7-C629-4590-8EBE-05910F5FB3B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054" t="15197" r="8328" b="14881"/>
          <a:stretch/>
        </p:blipFill>
        <p:spPr>
          <a:xfrm>
            <a:off x="6203092" y="1845280"/>
            <a:ext cx="5107459" cy="23075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B03FEAB-F6C7-463C-8E96-E130E990D5C6}"/>
              </a:ext>
            </a:extLst>
          </p:cNvPr>
          <p:cNvSpPr txBox="1"/>
          <p:nvPr/>
        </p:nvSpPr>
        <p:spPr>
          <a:xfrm>
            <a:off x="1354472" y="696496"/>
            <a:ext cx="5639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800" kern="1200" dirty="0">
                <a:solidFill>
                  <a:srgbClr val="000000"/>
                </a:solidFill>
                <a:effectLst/>
                <a:latin typeface="Consolas" panose="020B0609020204030204" pitchFamily="49" charset="0"/>
                <a:ea typeface="나눔스퀘어라운드 Regular" panose="020B0600000101010101" pitchFamily="50" charset="-127"/>
                <a:cs typeface="+mn-cs"/>
              </a:rPr>
              <a:t>async &amp; await</a:t>
            </a:r>
            <a:endParaRPr lang="ko-KR" altLang="ko-KR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964159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기류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사용자 지정 3">
      <a:majorFont>
        <a:latin typeface="Consolas"/>
        <a:ea typeface="나눔스퀘어라운드 Bold"/>
        <a:cs typeface=""/>
      </a:majorFont>
      <a:minorFont>
        <a:latin typeface="Consolas"/>
        <a:ea typeface="나눔스퀘어라운드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356</Words>
  <Application>Microsoft Office PowerPoint</Application>
  <PresentationFormat>와이드스크린</PresentationFormat>
  <Paragraphs>40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4" baseType="lpstr">
      <vt:lpstr>Arial</vt:lpstr>
      <vt:lpstr>Consolas</vt:lpstr>
      <vt:lpstr>Wingdings</vt:lpstr>
      <vt:lpstr>Office 테마</vt:lpstr>
      <vt:lpstr>JavaScript #3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#3</dc:title>
  <dc:creator>윤준혁[ 학부재학 / 사이버국방학과 ]</dc:creator>
  <cp:lastModifiedBy>윤준혁[ 학부재학 / 사이버국방학과 ]</cp:lastModifiedBy>
  <cp:revision>2</cp:revision>
  <dcterms:created xsi:type="dcterms:W3CDTF">2021-05-06T03:32:34Z</dcterms:created>
  <dcterms:modified xsi:type="dcterms:W3CDTF">2021-05-06T08:00:39Z</dcterms:modified>
</cp:coreProperties>
</file>